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F07B8-D6F9-B53E-4E61-0A6415D6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C8F0E3-30A6-CC05-CD55-40CD44765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301CA-0AC6-63C1-E8F5-7037A66F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D17A77-6812-0793-374A-73E8D09A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759C4-BF71-2EB0-A61F-40C9712C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298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8B3CB-974F-3132-330B-89B3E7E3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EF3504-517D-B3CF-0228-34237DF64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C6629-5AC7-0D07-55DC-DCA5BFC0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98A7BF-BD83-286C-0488-A6B12C47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5BD775-B304-4F2C-5365-12B7EE9B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30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5373A-6AA3-499C-7646-7ED947E4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B9B36A-83DF-1103-E4ED-E35C6C092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2702BF-147C-7242-8179-19E2B04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06587A-3A09-32AF-7710-4549C753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E9EFE-50C0-7163-06F2-0E46D4C3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77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0F100-3FAF-1E3D-960E-5F33A77F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0FB41-EC27-C0E4-6409-0EAF0CDBF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174234-8319-2A1D-D096-3844FD0E1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F89468-06B8-3299-4638-032A2240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0A0BB4-2865-4546-A741-E81170B7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DBFE33-C99B-6123-B329-DFE4ACB5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79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E4616-EC36-3053-48E6-35173E1F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39F10-47F2-7766-C188-C8F3EB808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5D2C3D-0602-B44B-214E-27EC92228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DB9117-8235-ADD5-C46F-D6DD39E19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5F81BA-7B1A-BC02-F4AD-EAB3C77DE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5BC28C-7DE5-144A-A381-FA3CEE6D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3D91EF-DCBF-60BB-6B16-1FC81012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5315A7-3768-45F2-644A-CBAFD031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28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07997-102A-57DA-2172-F0D21D35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CECC50-81D8-5A53-82AF-BB7A8CF5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30B35-D31E-58FE-7A89-5BF536E2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EB1618-91F1-6830-F4B8-28DAC738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0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080298-CAE9-9F3D-A215-96E97390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800667-2ED7-F67B-5692-2EF31ACC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C31AC4-7C12-9F22-4007-7E5F418D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0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CBCDCC-852A-9E58-2852-A2440D42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17C8E-4B84-9F29-4A9B-09D469547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46831-9771-F52F-1301-B9E92206B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DA48F2-827E-89BE-4FE8-09205E3D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3A65F-264F-4222-1CC7-8D750C4B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11998-BBF8-865D-B4FB-A525423F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0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40199-E2C8-B538-B7E4-6E3E2E8E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A18A3D-0F4C-F6A5-4C24-61F8C579B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92B6BE-B84F-59C9-5B90-A7A2BA7C7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632FFA-492E-9635-3974-BE9B1333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BBED70-8535-CC37-61FE-C19D244F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2B9F6F-0E01-01A3-A405-F3CD9468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7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AE219-2691-0698-59FC-705404AB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DF8B92-F4EA-03F1-B531-0B13B6FD9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D1A489-9D57-4292-70D0-B07B4A37D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765F3-04B8-377E-6C38-1DD0D38F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29337-6216-D636-9167-A15EF7A6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84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4248A2-38CF-A4B2-B90E-DE3B74116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053231-2C8A-76D4-6889-76084409C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C0883B-F9F8-8103-A543-760B5346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DD959-19B1-A6C8-1B67-130E5C54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F1A7B8-90D5-90CA-7FD4-11B3C015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0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67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954639-A147-9945-7DF7-B5C1EC7F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36E894-03F0-516C-33D1-D98CA1DA5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BA83FD-46A4-C9EF-9331-19FB6013E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1A8AB-BFFA-4FB9-B39A-A24C099FA04D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4489B-F1F0-2E3F-021A-67B299505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D93FCA-1D1C-1F69-73FF-D5161FAF5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ED8C-BEC4-4CDB-B583-C0ABB551F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42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72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DDCBAF-CA56-0C16-EB6E-F19083935AB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7C8367-2576-CA40-5542-1F1AFD48F778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8E9DAE-6970-02CB-B79A-37B22C74074F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BE73BC6-01C5-D6D1-6CA6-D7BC79C3981B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5B9A81-9BEA-FB97-2BB4-826CBA63EC01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DF34EF-4687-F13F-0860-0857581719A9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5C75A62-62D7-3B60-0499-3D140EED6413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77FF3B-705F-3992-72B2-67BEE54E601F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A00706-B6B3-268D-61B4-D074A6A4B5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ECA0FE9-99EB-3D9B-4A2C-81EDBFEEA919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6844376-97BB-F912-BF84-A88508AF98EA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E19160-B6DD-3E3C-BDB0-D19D2E4BA68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ADCD01-11D0-6348-A3F6-18A1D19039B7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BE16622-92A4-E7A1-9E94-352CEB43C6C5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BBAF3B-D966-7BFF-A9A5-3359079ECFEE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548E29-3A7B-A58D-767A-94AC19265ABE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13FAA9-6D34-854C-D99E-3F79B28C2EA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C544890-5E37-A07C-B8ED-7C8C7EA89370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4E33D15-EFA1-1027-40AB-54DDCB680F8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236116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3961F1-C9B9-6A31-BEC1-C1C0877767D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EABD25-40C8-BA80-2243-E232819179C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2FEDF1-A822-DDD7-4D05-ECE5F483B3C8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9E3BF61-6D2F-0E53-504F-A84FB55FA3C2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294D4209-00F3-90E5-F6DA-67A85CE56DD1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AA73AD2-BEA5-815E-65BA-0F357BC1F0B3}"/>
              </a:ext>
            </a:extLst>
          </p:cNvPr>
          <p:cNvSpPr/>
          <p:nvPr/>
        </p:nvSpPr>
        <p:spPr>
          <a:xfrm>
            <a:off x="4953000" y="1879600"/>
            <a:ext cx="6350000" cy="2984500"/>
          </a:xfrm>
          <a:prstGeom prst="rect">
            <a:avLst/>
          </a:prstGeom>
          <a:solidFill>
            <a:srgbClr val="F5F7FA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待补充：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dust3r_fig1.png</a:t>
            </a:r>
            <a:endParaRPr lang="zh-CN" altLang="en-US" sz="16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A2A5C3-EA52-0E09-B0B2-EAA28911490F}"/>
              </a:ext>
            </a:extLst>
          </p:cNvPr>
          <p:cNvSpPr/>
          <p:nvPr/>
        </p:nvSpPr>
        <p:spPr>
          <a:xfrm>
            <a:off x="5207000" y="4978400"/>
            <a:ext cx="58420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1100">
                <a:solidFill>
                  <a:srgbClr val="505050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论文 </a:t>
            </a:r>
            <a:r>
              <a:rPr lang="en-US" altLang="zh-CN" sz="1100">
                <a:solidFill>
                  <a:srgbClr val="505050"/>
                </a:solidFill>
                <a:latin typeface="Microsoft YaHei" panose="020B0503020204020204" pitchFamily="34" charset="-122"/>
              </a:rPr>
              <a:t>Fig.1</a:t>
            </a:r>
            <a:r>
              <a:rPr lang="zh-CN" altLang="en-US" sz="1100">
                <a:solidFill>
                  <a:srgbClr val="505050"/>
                </a:solidFill>
                <a:latin typeface="Microsoft YaHei" panose="020B0503020204020204" pitchFamily="34" charset="-122"/>
              </a:rPr>
              <a:t>，本地综述素材裁剪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FD61EE-6592-3CDE-7D42-FDBC71451CB9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的价值在于统一输入输出；后续问题集中转向长序列、动态场景和结果可靠性。</a:t>
            </a:r>
          </a:p>
        </p:txBody>
      </p:sp>
    </p:spTree>
    <p:extLst>
      <p:ext uri="{BB962C8B-B14F-4D97-AF65-F5344CB8AC3E}">
        <p14:creationId xmlns:p14="http://schemas.microsoft.com/office/powerpoint/2010/main" val="381322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06A8A3-8E81-E415-DB9B-74E9E09950B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AAB4A9-269A-CC87-CA63-765B6E61DDC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模型的优势集中在速度、端到端学习、统一输出和特色机制。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865F4A-FB7D-1112-BBDA-141CE9226BA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BFC49C6-931B-9544-CBC8-B73D0CB835FB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6051AF-E6D3-B7AE-0C3D-404A93E5AD9A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8AA784-04B1-00B4-82E1-FE0F82FA2C11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EA4125-4772-211F-A351-A7DA6455D770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F971E0-D3BF-E20C-7E21-DAE827EF81EB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0974FF-D208-6C99-C943-83006240C08D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669AE6-2680-F250-7C00-E50D33C20F06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F42927F-59D2-D32E-DB82-E2FF146045DA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CUT3R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等工作提供了可借鉴的机制来源。</a:t>
            </a:r>
          </a:p>
        </p:txBody>
      </p:sp>
    </p:spTree>
    <p:extLst>
      <p:ext uri="{BB962C8B-B14F-4D97-AF65-F5344CB8AC3E}">
        <p14:creationId xmlns:p14="http://schemas.microsoft.com/office/powerpoint/2010/main" val="306760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8B2AE9-2C9B-086D-045B-DF9603AA2CC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E31C14-89C0-BC46-81BA-1FDF3353650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模型在长序列、动态场景、自检查和多模型协同方面仍有短板。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61BC18-5418-ECFE-D58F-172A86786594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6E82D0-DD72-049D-E098-8A995D245254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C63A3C-DFD0-BA7A-AEA3-29E8F98B9184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6BB6F6-D826-4787-BC36-0E31573179A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94AAFC-B0D0-F1BF-B859-02949C6AB6E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7E182F-272C-74CA-3226-8BEDE9D1E284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693A17-004F-F9AE-BF31-F486B979EFAA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9EBD18-CA85-D179-29FF-1081A4122849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AA281C-FDBC-92F6-7FC7-39401AB4DCA1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55AFC9-00DF-C74C-A6E0-3079BE86D0CC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434DA6-08B5-2CEF-F678-25A080C2F1F7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课题目标由这些短板自然引出：记忆、校验、多专家编排和统一平台。</a:t>
            </a:r>
          </a:p>
        </p:txBody>
      </p:sp>
    </p:spTree>
    <p:extLst>
      <p:ext uri="{BB962C8B-B14F-4D97-AF65-F5344CB8AC3E}">
        <p14:creationId xmlns:p14="http://schemas.microsoft.com/office/powerpoint/2010/main" val="329024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111F12-35FE-5641-5F93-933842591B1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7780FB-EB69-A869-DDCE-8323239B272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设计思路分为两步：提取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有效机制，再引入新方法补足短板。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2B3D68-F81A-2F52-228B-65EA7E5D5209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8B87C1-A4FB-A193-5A29-DAD00BF139E7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多模型互补：专家各取所长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EA04326-AE62-61EA-ACFD-BC2089315B6D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BAAFED-4ADE-3341-89FC-AD1028ACCE0C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B70836-1E41-6911-5F98-F46FFFB4C833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能力描述符：多专家路由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40B277-24EE-7D1D-F32A-A75C052D7E6B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本课题的架构由这些机制组合自然推出，并通过实验检验各模块作用。</a:t>
            </a:r>
          </a:p>
        </p:txBody>
      </p:sp>
    </p:spTree>
    <p:extLst>
      <p:ext uri="{BB962C8B-B14F-4D97-AF65-F5344CB8AC3E}">
        <p14:creationId xmlns:p14="http://schemas.microsoft.com/office/powerpoint/2010/main" val="356166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64DE8A-21F4-3D9B-662C-857A761BAEE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E1EA6B-9A73-83D2-71C6-E257DA9E5C0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课题包含新架构设计和聚合管理平台两条主线，二者服务于同一组实验目标。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BFC28B-F553-3F7F-58F4-EA7F99B7EF12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6FD88F-AC74-819F-7EEC-094A0B972657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多专家编排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654FD89-2153-9CAB-A574-B55498AC3B57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7923C3-7BE2-F473-ECE2-07451642EE39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B3909-13C1-45B4-0F13-E3FCDC246367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A350D9-3971-59BD-8DA3-8B865DFCFF47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平台提供统一实验条件；新架构完成后作为第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个模型接入平台进行同条件比较。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294480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4AA7EB-D65D-CEC9-9BAF-A6D9ADD87B3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00D273-DC64-E81F-3513-D182847AF1E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总体架构以总线为核心，把感知、记忆、动静分离、校验和专家编排串联起来。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AB55EB-C673-44B4-AD05-95F8A4DBAA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D6F805F-AB6B-C619-7BA3-91DA6460CE74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155903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0F0966-6140-6C46-56A4-BB4BB85257C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516D49-BF96-6CBC-82D5-B1053365E91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空间记忆模块把长序列上下文拆成压缩状态、空间锚点和局部滑窗三条路径。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EF4A61-7AF3-3A4D-CA8D-01D6A39C86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CB6683-9375-CBE1-489E-F6DBEBBC5E21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0295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E20060-356D-E37F-1E7C-B615C0519E8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06CB04-6F41-7816-688F-59795802F26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几何校验模块先聚合冲突信号，再按阈值触发重跑或专家切换。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096C2C-658C-EBD4-F411-DEC979F10B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DF4B8B6-5C94-5EFC-330C-9EA54262D934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校验理念来自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，本课题把它接入架构内部的修复动作。</a:t>
            </a:r>
          </a:p>
        </p:txBody>
      </p:sp>
    </p:spTree>
    <p:extLst>
      <p:ext uri="{BB962C8B-B14F-4D97-AF65-F5344CB8AC3E}">
        <p14:creationId xmlns:p14="http://schemas.microsoft.com/office/powerpoint/2010/main" val="747953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F5AB55-6656-F2F2-99DA-174F65D6216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A9A7D4-0880-9790-0D09-22EF6743B9B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多专家编排模块根据输入条件和校验结果在七个模型专家之间切换。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C5427D-620C-3945-0B0E-B1A38A724980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AD4151-23C7-E25F-6700-E18318452442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DD0007-8697-2C32-5618-64777D3A76D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A4E338-E9C6-0236-4E6B-9E4FD105924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7074F4-6789-659D-2016-6DF4C09D99B1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93C693-5499-7D00-5D6E-A589263864FD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6C1270-3BB1-CC68-E884-A14F179C19F2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BC6BAF-DB10-9167-4F0D-98263238AA39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能力匹配度跨度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A3BFD40-D717-CADE-391F-7E418A440D06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2BB1AC-4FD3-164F-6012-0972AC364013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成本调整解析平局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2FF0E09B-3233-485D-07A1-951F58565403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F3647B-EC1D-41C1-B310-80197C9644F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失败退化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D7A73A-C6D7-0FE6-B8C0-50285D42A4C1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单模型各有优势场景，多专家路由用于提升复杂输入下的适应能力。</a:t>
            </a:r>
          </a:p>
        </p:txBody>
      </p:sp>
    </p:spTree>
    <p:extLst>
      <p:ext uri="{BB962C8B-B14F-4D97-AF65-F5344CB8AC3E}">
        <p14:creationId xmlns:p14="http://schemas.microsoft.com/office/powerpoint/2010/main" val="164709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A8E806-CDAC-B364-4CAB-7E3BD1A06B4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8C5461-DFEC-2BD7-D254-9A9D7B6E2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D3E903-CE73-DD79-CA32-4CB0BC850E24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2996C6-11B8-A085-19D6-3913AE2E812A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2417DA-7297-A812-F7CF-FD26EAE4735B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BCF485-BA1D-96B3-B609-273143AFA878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D5EA6F-CC2E-2AC7-FA0B-65E46F1C2D74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192A87-3655-ED79-F79C-17738DF2E38E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2ACADA-BEAA-8C2F-DBBC-ECA7C3917B6C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78BDEF-867C-72EC-9B75-7CB808A5D0F6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41512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CCE8C6-2570-3A99-F9CA-38B72132BF3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8CD3A9-23E2-1CBB-473A-429A8412910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多模型对比实验需要统一调度、统一格式和统一结果归集。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FC8DB2-EEF1-B20A-EDE3-8CDA95FA6154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B4878E-403C-4266-B4F0-B73E65666D06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9B5030-A855-8178-5C6D-52DA48EE22B3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D81E1C-8463-5061-7892-79263B727355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762FA3-4F41-D114-7B9E-77EA5A2C17DD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D7FF84-1C50-7996-CED8-DDACEC5E8F35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ADF223-08E6-3234-641F-ADAB2D07F6F5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200F6F-7777-33F5-2757-8177CBFAB34E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统一模型调度、结果格式化和多专家对照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60E6C9-A061-999C-F760-FC4978296A35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聚合平台用于降低多模型实验的人工配置和手动对比成本。</a:t>
            </a:r>
          </a:p>
        </p:txBody>
      </p:sp>
    </p:spTree>
    <p:extLst>
      <p:ext uri="{BB962C8B-B14F-4D97-AF65-F5344CB8AC3E}">
        <p14:creationId xmlns:p14="http://schemas.microsoft.com/office/powerpoint/2010/main" val="1373086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434A15-922F-9B88-0E81-30A62CDE6CA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AF18F3-F584-3B96-ECBF-61F5E53E908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平台围绕任务提交、状态追踪、结果对比、模型注册和远程调度展开。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C41AE1-5B1A-3250-3215-DD0B2DEA1689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20088A-27C7-8966-9619-C6C58CDB0072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3314A1-A596-07C5-9B93-96F5B9ADA89C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0AAF0E-301B-4F87-9F21-6E6824E6689F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F4392-3BEC-1D2B-37FC-7E4D5129DC96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C69BF7-B24A-E7FC-7658-471EAE59FCCF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9EA0EB-1FE9-491E-6D2F-639639C92E2F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B7868B-B0FA-C579-473C-86D44DC72FB8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5859A-ACC7-F17C-BD6C-1F99F7CCC7A5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2AEC1E-5672-98FF-EBF0-3C2CEDCDC0A9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350876-C0AE-0774-55F4-8ADC371EF08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 </a:t>
            </a:r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UI </a:t>
            </a:r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截图待用户补充；本版先用功能框图说明系统能力。</a:t>
            </a:r>
          </a:p>
        </p:txBody>
      </p:sp>
    </p:spTree>
    <p:extLst>
      <p:ext uri="{BB962C8B-B14F-4D97-AF65-F5344CB8AC3E}">
        <p14:creationId xmlns:p14="http://schemas.microsoft.com/office/powerpoint/2010/main" val="4196859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FE4F9D-AF9D-3459-8463-3787445BFDA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55695B-31D9-BBDF-2EAF-934B3CDA8D4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340602-1E96-AF41-0E1F-0FF24EC334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CD14119-A567-EF81-F0A7-DB9DEE00DBD1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56251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578F12-1C65-B633-1624-917F0870324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E21EE1-CE38-B1FA-54A3-4B34D03EE9B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个模型端到端验证通过，统一输入下的推理耗时差异明显。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31D73D-2D31-639E-6F74-69ABFFEA0D95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DDE48C-250A-2D22-016E-961DF5625F7A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E1C9C7-D570-5D35-4095-3E25F65E3CEE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83C180-32D4-39E2-8591-8DA47AA6055A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07B56A-05E3-DC2B-7B4B-5E86CE3607B5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DD9601-9CE2-0ADB-0107-4BD6C6A86A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F1931B1-3833-5864-02F3-FE432D137786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统一输入为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帧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1920×1080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；耗时差异说明统一调度的必要性。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2170996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88D60C-0307-5FE7-90CD-1C934DA9189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ED035E-4EA3-0943-6D17-C690FF1A8B9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平台后续将围绕模型验证、对比视图、报告导出和下游接口推进。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0EB5E2-AC37-B6B1-55A6-D4BBF30E96B4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EDD147-9BEB-FFF9-0046-F7ECF6543DF1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C325A7-D7F3-B18A-C747-88B289FE2323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F99790-4F5A-2EA8-7B38-751BB7AC77DE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6C2593-52C1-9474-D2B9-D76D282384C5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4F607B-5E1B-D5B4-7565-A88AEAA32259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A746F8-1798-7F0C-A31F-CF107DD6AC4F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2B86E-F35A-2CB9-4F3A-56494121B9F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91720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21453D-53E3-F6BE-F53B-33F1E1D7A5E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83EB0B-24BE-CE91-170B-8666345475C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C5DB80-33AE-01E7-65A8-2B633509CECC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640D77-90F1-7C66-6C6A-2BD0C02B0077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多专家对照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410DFA1-78B2-FB6B-8A76-78390F32E92B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BD059D-9EFF-2B8E-D874-26A6C2841C8F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502EDE-93BA-1CFE-B8D9-61AB5119E5DB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5BA9FC-BC63-0D9A-B91F-2B885CEBDBE8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新架构训练完成后可作为第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个模型接入平台，与现有模型同条件比较。</a:t>
            </a:r>
          </a:p>
        </p:txBody>
      </p:sp>
    </p:spTree>
    <p:extLst>
      <p:ext uri="{BB962C8B-B14F-4D97-AF65-F5344CB8AC3E}">
        <p14:creationId xmlns:p14="http://schemas.microsoft.com/office/powerpoint/2010/main" val="374734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B74207-197F-D7C4-B151-E486EF58B59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834842-E637-9903-F668-1B9D429A88C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实验设计分为架构侧实验和平台侧评测两部分。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BD0460-5920-E181-D5E5-14BFDB2BA012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架构侧实验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B65FAA-9BBE-8988-433B-B77FF041F37D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消融实验：移除记忆、校验、多专家路由
长序列评测：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10 / 20 / 50 / 100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帧
多专家与单专家对照
六类场景阈值标定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80FFB7-C21C-2217-045D-79279962F8E4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平台侧评测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802888-F4E4-1EC2-948A-B3F66C3D1039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模型接入覆盖率：目标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7/7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跨模型对比矩阵完整性
新模型接入边际成本
报告导出能力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EDB01B-CDBE-6D4A-7E6B-806EC146CDD6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预算约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1400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小时，按里程碑分批申请。</a:t>
            </a:r>
          </a:p>
        </p:txBody>
      </p:sp>
    </p:spTree>
    <p:extLst>
      <p:ext uri="{BB962C8B-B14F-4D97-AF65-F5344CB8AC3E}">
        <p14:creationId xmlns:p14="http://schemas.microsoft.com/office/powerpoint/2010/main" val="157694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E96CC3-E9B8-65C7-6A62-067ACB7B280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432E11-C201-7B65-29BD-6BD8833960B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创新点围绕几何校验、多专家编排、长序列记忆和聚合平台展开。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68E421-DE92-CC71-AAB4-78C27A1BB2DA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61F4F-DD97-9E2B-F082-ACD9EACFD198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AA1A63-0AC3-A55E-2DD7-E3C833B7E2E4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562DAB-6273-C809-87EF-3478439DD60B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异构多专家组合与路由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4EE153-C1F4-7878-1270-65CC6C823B7B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ACD29-9BB2-ECA7-F587-14596C5EA222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三分支稀疏注意力记忆统一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B4ED50-BBBB-F461-87C1-1E0C854369A8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2F1751-E8F5-BC09-60A6-C0FF5AB76A18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76722B-34A0-91E6-3547-8E06AECE5422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各创新点均需通过后续消融和对比实验支撑。</a:t>
            </a:r>
          </a:p>
        </p:txBody>
      </p:sp>
    </p:spTree>
    <p:extLst>
      <p:ext uri="{BB962C8B-B14F-4D97-AF65-F5344CB8AC3E}">
        <p14:creationId xmlns:p14="http://schemas.microsoft.com/office/powerpoint/2010/main" val="2461055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E1D51F-80C0-6372-0AB7-7787C09584B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5623F0-1C3F-4672-6FA9-7601FBC03AA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F11AC4-1CA6-8BD5-EF8E-8A874C934E4F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D30F10-1171-6764-DCEA-35B69FBA9752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107A4D-233B-A63C-5640-4421DE0A7668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5E1541-13CD-29EE-2707-6B08ABC8783E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8C0C64-F8ED-6CD8-81CC-F90139B41AA9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2406369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633B-6591-814E-26BA-C91A7DA0F69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78B5CC-949F-55B3-E2FE-D2F8BBF3D6D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681D77-472A-02D6-A5AD-494E2700EAC9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F082E-4944-8D70-9711-B222BF329994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B4A7DE-0700-E1BE-D0FC-3FF9AA8CA3E7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98714F-5523-8369-D218-05E7B3FB554E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CAAB9-0582-D737-6642-474098489ED3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26B1D3-02D4-B4A3-F87F-AF13DC4AF3AC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7AD7B9-704C-53C9-3D4E-555080D21B66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CD6126-3274-334D-66A4-91690C97F6B8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53E82-0430-BA70-2181-CD6E92EC9DAD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8C43F6-1893-7D0F-98E1-6085CAB04B8C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D1291F-CBF3-85F1-7AB6-8AC966C96157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0D2134-63A2-1819-FC52-B6A0AF8AD6A1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B30A23-99D7-52B7-3395-D3B483AF3F9B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9CB6B3-2404-92C4-5CF9-F7FD5D38E021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5BFEC5-46BC-AE12-23F0-406D43129A4B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5E240D-189F-9F8A-D20C-8C83E74EA3E3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832027-2C96-6209-FF02-CCBF1AE7872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4F6AF6-4CE7-351F-F638-66E96B156D5A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F64B6F-6A43-1F86-BF1B-EE8EF77722E8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30F2B3-E398-5F82-169C-E1256620E2B2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2835430-9C6D-2E34-F647-5950D761A329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7FB99E-7CC6-A28D-27EC-220846D33BC4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6FC39E-E308-BBC4-2433-3D33D0333BFE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EC6127F-B671-BAA1-6CB3-DA2A63D1F821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6B210B-DF2E-ECD6-1F98-C27AE069160C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408622-F743-2226-8083-027875BB9696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51AD49-6A85-8C1B-F70A-886EC76AF8CC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4B79F9-8BFC-11E2-6BB1-977477D6794B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C390CFD-AEDE-B1D7-DA3A-1209E2470DCE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E9E8B00-8E65-9FD9-CAAF-6309F5880C67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97B0E6A-7D00-E443-5C78-FAA3983AE1CE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2FE0B55-BC38-994A-5B39-E4DA3DEDEE83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长序列与多专家评测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EFD1F85-AE7F-3A53-5192-5F7F41B00E91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3CF8800-A876-A94F-D93D-3C3B7966A2F8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C552A32-6181-C5CB-248E-6079B4C57C41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13FD109-5731-0EED-29F2-4AF28F88AAEA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971F629-8F47-4994-A6B5-81F58B28C181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9C2FAD1-3AC3-8435-59B7-C5FA9BCD27B7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757717D-B2F1-DB8A-986B-F8FA43A7B2E4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BABF684-65AB-4BA2-6373-6D8E4A3F05C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2BF980D-0C90-C56C-7438-B8779C30B0FB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C314A77-55A2-7994-5C76-9F737C9BBC14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0723D77-CC70-EBB8-821F-E77D53AC7906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9083F3A-8AF8-9E1E-D42E-4210A14A5B51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A0887BB-BE03-5A93-FF07-A0105DDBF7F4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AF9CDAE-4A62-21E8-8266-7DD1E8F7D959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4798F9B-B4C7-CEFB-482E-AF5B0BE8168D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6B6FF89-2C07-60AC-6CD1-32770C59B365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6B33C6A-EBCF-7EE8-9F4E-0DF232883524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B0D062-400E-7FDF-88E3-8662185BBF05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233101A4-F4C2-510E-C40C-8C15C2BDA4CD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0C7F268-E24A-ED00-C632-77BEFC1BA2D3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2498887-1D18-3BCA-8138-086DCDE37CAA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1536EE3-A540-6AFC-BDDD-B9383D84F231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E5E689D-D006-A87B-510E-3C82534AE883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6B08668-44CF-A77A-AD0C-808A6CB83AB8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4B113F2-AB2D-7D1E-6A38-6B9E26B8E05F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A21E3CD-7A92-4348-0D85-A640DF76AB60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2591D79-8CCE-0D26-A086-92646B7A1625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BCE2B33-7E37-7D70-770A-34CB477683E8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2DD48AE4-EAD3-51DC-DC09-E1A668004EC0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6E7925E-C941-78F1-0D7C-642337C46BE9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593337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AB5863-6E36-18C5-F4B3-8ACAAE5F167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C9BB1A-23DD-76FC-586F-3EF1F2DCABC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主要风险来自训练质量、算力约束、多专家效果和校验标定复杂度。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A45A42-19F7-D41D-01E1-A26A0FBF27A8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A52A44-4B2B-F5ED-5F5C-FE1972F3C820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003C51-5486-FB6B-2433-9EDD582568E4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F1C8AA-A0C6-AE7C-5DD1-D7EA0118B6DB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按里程碑分批申请，优先小规模验证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278163-4F2F-D5CD-AB98-FCDC61321126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496E66-7F67-21D6-BE58-73A97BCBF4A9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38E295-C63C-7015-B703-6544DD1AFC8D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778984-53EF-CF83-947D-B2EB8499778F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B53D4C-D263-2B64-50B2-A5D07B458685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171587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9787B5-429D-25D0-E429-6D8F8C37B7DC}"/>
              </a:ext>
            </a:extLst>
          </p:cNvPr>
          <p:cNvSpPr/>
          <p:nvPr/>
        </p:nvSpPr>
        <p:spPr>
          <a:xfrm>
            <a:off x="1143000" y="2095500"/>
            <a:ext cx="990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08F5BE-16AA-CCA7-78E1-558410783895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模型的优势出发，针对长序列漂移、缺乏校验和单模型局限三个问题，设计融合空间记忆、几何校验和多专家编排的新型架构。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2511201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1649</Words>
  <Application>Microsoft Office PowerPoint</Application>
  <PresentationFormat>宽屏</PresentationFormat>
  <Paragraphs>221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2026-05-18T03:02:07Z</dcterms:created>
  <dcterms:modified xsi:type="dcterms:W3CDTF">2026-05-18T03:02:07Z</dcterms:modified>
</cp:coreProperties>
</file>