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3" r:id="rId2"/>
    <p:sldId id="258" r:id="rId3"/>
    <p:sldId id="334" r:id="rId4"/>
    <p:sldId id="335" r:id="rId5"/>
    <p:sldId id="336" r:id="rId6"/>
    <p:sldId id="323" r:id="rId7"/>
    <p:sldId id="337" r:id="rId8"/>
    <p:sldId id="338" r:id="rId9"/>
    <p:sldId id="29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31DEA-BD73-4E00-A417-FADF8CA4DF5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3466-CFF1-4A5E-864A-EAC119F62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73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封面
各位老师好，我汇报的内容是面向前馈式三维重建的聚合管理平台设计与实现。这个平台的目标，是让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模型在学习、实践和实验验证中更容易部署、更容易运行，也更方便使用远端算力。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433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汇报提纲
我主要讲四部分：第一，为什么需要这样一个平台；第二，平台目前具备哪些核心功能；第三，技术架构和已接入模型的实测情况；第四，平台后续如何继续扩展到应用方向。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549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为什么需要一个聚合平台
做这个平台首先是为了解决学习和实践中的部署困难。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模型各自有不同环境、依赖、权重和脚本，新手想跑起来成本很高。第二是算力使用分散，远端 </a:t>
            </a:r>
            <a:r>
              <a:rPr lang="en-US" altLang="zh-CN" sz="1100">
                <a:latin typeface="微软雅黑" panose="020B0503020204020204" pitchFamily="34" charset="-122"/>
              </a:rPr>
              <a:t>GPU </a:t>
            </a:r>
            <a:r>
              <a:rPr lang="zh-CN" altLang="en-US" sz="1100">
                <a:latin typeface="微软雅黑" panose="020B0503020204020204" pitchFamily="34" charset="-122"/>
              </a:rPr>
              <a:t>上的上传、启动、日志查看和结果回传都依赖手动命令。第三是模型之间的输入输出格式不统一，横向对比很麻烦。平台要把这些环节统一起来，形成快速部署、算力调度、统一对比和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封装的基础。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07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平台核心功能
平台功能围绕完整链路设计。命令中心提供统一入口，任务工作台负责远端运行、日志跟踪和结果回传，样本矩阵支持同一输入下的多模型并排对比。模型注册通过执行合同降低新模型接入成本，能力输出负责统一格式导出，并为后续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封装预留接口。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485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技术架构
技术上分为桌面前端、本地后端、远端调度和模型执行器四层。前端负责交互，本地后端管理模型注册和任务队列，远端调度通过 </a:t>
            </a:r>
            <a:r>
              <a:rPr lang="en-US" altLang="zh-CN" sz="1100">
                <a:latin typeface="微软雅黑" panose="020B0503020204020204" pitchFamily="34" charset="-122"/>
              </a:rPr>
              <a:t>SSH </a:t>
            </a:r>
            <a:r>
              <a:rPr lang="zh-CN" altLang="en-US" sz="1100">
                <a:latin typeface="微软雅黑" panose="020B0503020204020204" pitchFamily="34" charset="-122"/>
              </a:rPr>
              <a:t>和 </a:t>
            </a:r>
            <a:r>
              <a:rPr lang="en-US" altLang="zh-CN" sz="1100">
                <a:latin typeface="微软雅黑" panose="020B0503020204020204" pitchFamily="34" charset="-122"/>
              </a:rPr>
              <a:t>SCP </a:t>
            </a:r>
            <a:r>
              <a:rPr lang="zh-CN" altLang="en-US" sz="1100">
                <a:latin typeface="微软雅黑" panose="020B0503020204020204" pitchFamily="34" charset="-122"/>
              </a:rPr>
              <a:t>使用 </a:t>
            </a:r>
            <a:r>
              <a:rPr lang="en-US" altLang="zh-CN" sz="1100">
                <a:latin typeface="微软雅黑" panose="020B0503020204020204" pitchFamily="34" charset="-122"/>
              </a:rPr>
              <a:t>GPU </a:t>
            </a:r>
            <a:r>
              <a:rPr lang="zh-CN" altLang="en-US" sz="1100">
                <a:latin typeface="微软雅黑" panose="020B0503020204020204" pitchFamily="34" charset="-122"/>
              </a:rPr>
              <a:t>机器，执行器只封装每个模型自己的推理差异。这样使用者不需要每次手动记命令和路径，平台可以把算力使用过程标准化。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41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已接入模型与实测数据
目前平台已经完成 </a:t>
            </a:r>
            <a:r>
              <a:rPr lang="en-US" altLang="zh-CN" sz="1100">
                <a:latin typeface="微软雅黑" panose="020B0503020204020204" pitchFamily="34" charset="-122"/>
              </a:rPr>
              <a:t>6 </a:t>
            </a:r>
            <a:r>
              <a:rPr lang="zh-CN" altLang="en-US" sz="1100">
                <a:latin typeface="微软雅黑" panose="020B0503020204020204" pitchFamily="34" charset="-122"/>
              </a:rPr>
              <a:t>个模型的端到端验证。右侧耗时图说明，不同模型在统一输入和统一机器下速度差异明显。这个数据的意义不只是比较快慢，也帮助我们后续做算力预算和模型选择：什么时候用快模型，什么时候值得用更慢但能力更强的模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0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后续更新方向与应用场景
后续平台分三步推进。短期先把学习和部署体验做好，降低模型试用成本。中期支撑实验和对比，新模型接入后能够快速运行、即时比较，结果直接导出。长期则考虑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化服务，把验证过的模型能力提供给 </a:t>
            </a:r>
            <a:r>
              <a:rPr lang="en-US" altLang="zh-CN" sz="1100">
                <a:latin typeface="微软雅黑" panose="020B0503020204020204" pitchFamily="34" charset="-122"/>
              </a:rPr>
              <a:t>SLAM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AR </a:t>
            </a:r>
            <a:r>
              <a:rPr lang="zh-CN" altLang="en-US" sz="1100">
                <a:latin typeface="微软雅黑" panose="020B0503020204020204" pitchFamily="34" charset="-122"/>
              </a:rPr>
              <a:t>和机器人场景理解等下游任务。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070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平台如何支撑研究与实践
平台既支撑课题里的架构验证，也支撑日常学习和实践部署。研究上，它提供统一输入、统一输出和同条件对比；实践上，它提供远端算力调度、任务记录和新模型接入。后续新架构训练完成后，也可以作为一个模型接入平台，继续走同样的验证和输出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88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总结致谢
总结一下，这个平台的核心价值是降低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模型学习和实践中的部署成本，把模型运行、算力使用和结果对比统一起来。后续会继续补齐快速部署、报告导出和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化调用能力。以上是我的汇报，请各位老师批评指正。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04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封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78180" y="371074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3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聚合管理平台设计与实现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3768924" y="5288908"/>
            <a:ext cx="4703820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5288909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743365" y="5266355"/>
            <a:ext cx="14157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2" y="5957723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平台建设背景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核心功能设计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技术架构与实测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后续应用方向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学习、实践和实验验证都需要更低门槛的部署与算力调度。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部署门槛高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模型环境、权重路径和推理脚本各不相同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算力使用分散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上传、启动、日志和结果回传依赖手动命令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对比困难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输入输出格式不统一，横向比较需大量手动对齐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下游调用不便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模型能力停留在脚本级，缺少标准接口供应用集成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快速部署、算力调度、统一对比与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平台覆盖从模型接入、远端运行到结果输出的完整链路。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一键部署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远端运行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日志跟踪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结果回传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多模型并排对比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执行合同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新模型快速上线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能力输出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统一格式导出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封装调用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部署→调度→对比→输出，服务学习实践和研究实验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平台通过统一执行合同，将桌面操作、本地管理和远端算力联系起来。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2011680"/>
            <a:ext cx="5074920" cy="28529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870448"/>
            <a:ext cx="9779000" cy="384048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执行器封装模型差异，平台统一提交、日志和结果回传，顶层预留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导出接口。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1746504"/>
            <a:ext cx="21945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平台执行架构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1746504"/>
            <a:ext cx="2743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Vision：任务面板</a:t>
            </a:r>
          </a:p>
        </p:txBody>
      </p:sp>
      <p:pic>
        <p:nvPicPr>
          <p:cNvPr id="95" name="Picture 94" descr="software_screenshot_dashboar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93392"/>
            <a:ext cx="5440680" cy="19019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172200" y="4096512"/>
            <a:ext cx="2926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Vision：模型路线</a:t>
            </a:r>
          </a:p>
        </p:txBody>
      </p:sp>
      <p:pic>
        <p:nvPicPr>
          <p:cNvPr id="97" name="Picture 96" descr="software_screenshot_models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343400"/>
            <a:ext cx="544068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个模型已完成端到端验证，统一运行记录可支撑耗时和算力预算比较。</a:t>
            </a:r>
            <a:endParaRPr lang="en-US" altLang="zh-CN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统一条件下记录耗时差异，为模型选择和算力安排提供依据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平台后续从学习实践工具，逐步扩展为模型能力输出通道。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学习与部署：完善任务视图，降低模型试用成本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实验与对比：新模型一键接入、即时对比，结果直接导出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服务：封装模型为标准接口，供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/ AR /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机器人调用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课程实践 → 研究实验 → 下游应用集成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平台如何支撑研究与实践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平台既支撑架构验证，也支撑新模型的部署和算力使用管理。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研究与实践需求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快速部署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算力调度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新模型接入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统一输出格式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同条件对比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运行数据记录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平台先支撑部署与验证，后续可把稳定模型封装为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对外输出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封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本平台面向前馈式三维重建模型，降低学习和实践中的部署成本，统一管理远端算力、模型运行和结果对比。</a:t>
            </a:r>
          </a:p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后续将继续补齐快速部署、报告导出和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化调用能力。</a:t>
            </a:r>
            <a:endParaRPr lang="zh-CN" altLang="en-US" b="1" dirty="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1216</Words>
  <Application>Microsoft Office PowerPoint</Application>
  <PresentationFormat>宽屏</PresentationFormat>
  <Paragraphs>110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10</cp:revision>
  <dcterms:created xsi:type="dcterms:W3CDTF">2026-05-18T03:21:27Z</dcterms:created>
  <dcterms:modified xsi:type="dcterms:W3CDTF">2026-05-18T12:33:43Z</dcterms:modified>
</cp:coreProperties>
</file>