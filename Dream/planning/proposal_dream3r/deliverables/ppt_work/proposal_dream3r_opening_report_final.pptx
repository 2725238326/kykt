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78180" y="371074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3768924" y="5288908"/>
            <a:ext cx="4703820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5288909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4518671" y="5266355"/>
            <a:ext cx="38651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崔昊喆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纪博闻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086476" y="10234"/>
            <a:ext cx="40190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年春科研课堂开题报告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2" y="5957723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0C046-8CBF-4E65-A073-E41ABF32638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6CDDB-48C0-90E6-52B9-F7B6F062E7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BF8473-E5C2-F319-33C0-91B9387D095B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3F060-F5B9-B228-19B6-7855727B5E6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4868B8A-1742-F108-3ECE-50F875B30E28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D26E25F-7BC0-9612-E71D-C112F1057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D5359C2-A44C-41ED-C1A4-E8C7A5F07F9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统一输入输出，待解决长序列与可靠性</a:t>
            </a:r>
          </a:p>
        </p:txBody>
      </p:sp>
    </p:spTree>
    <p:extLst>
      <p:ext uri="{BB962C8B-B14F-4D97-AF65-F5344CB8AC3E}">
        <p14:creationId xmlns:p14="http://schemas.microsoft.com/office/powerpoint/2010/main" val="74064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2DF677-AFD0-4447-62E7-25E287DEA65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F0942-AB65-1F5F-E366-2FB0F5261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用一次推理替代多步级联，后续工作还沉淀出了四类可复用机制。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9AE74-7AAA-C9E7-944F-64C474A38F6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AC73BC-2938-9D06-FC24-1B9F1BD96023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535D81-22E1-F812-AF0E-81B311DF3B9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7FC743-D526-A69A-A3F7-2C894786663D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C50AA8-D485-6FD3-0590-B516E1331D87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AE67CC-C71B-D556-EBAB-520362E574F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35918A-0E1A-4070-D7C4-D2A347A09A0A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E3E8C7-267C-EEAA-B86F-6A40D33D363A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C2FF26-F745-3CF8-9C08-275CB8B36A6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四类机制为新架构提供直接参考</a:t>
            </a:r>
          </a:p>
        </p:txBody>
      </p:sp>
    </p:spTree>
    <p:extLst>
      <p:ext uri="{BB962C8B-B14F-4D97-AF65-F5344CB8AC3E}">
        <p14:creationId xmlns:p14="http://schemas.microsoft.com/office/powerpoint/2010/main" val="175432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E5154-1F0B-FAB9-A6E6-B6F20E24D5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9E0A2-93E5-703F-888E-E9BD068FDD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速度和统一性解决了，但长序列、动态场景和结果可靠性问题依然突出。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640054-D763-A463-BDFA-FF805A9075E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CC9AF-3DB5-1325-828F-703172A4249D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C3452-95B0-AA4E-CD14-CDBCE820C026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A0E7A2-6C05-BF4F-639C-C968993EBC7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18E91-3997-0CEC-402B-EADF2285FE2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30E64D-311C-0A0E-D538-AB8D0A0615A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67B259-C0B8-C278-1AF6-2E6EE6AA15E0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FF0CFE-A756-D074-7BA6-C93D4DA34DF6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792F99-4A17-D622-121D-E6CADF824EBA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59FAE1-560E-4B1E-FC6C-8ABA202E86D9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5D3116-291E-493B-E708-A9050C7745D4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五类短板引出四个设计方向</a:t>
            </a:r>
          </a:p>
        </p:txBody>
      </p:sp>
    </p:spTree>
    <p:extLst>
      <p:ext uri="{BB962C8B-B14F-4D97-AF65-F5344CB8AC3E}">
        <p14:creationId xmlns:p14="http://schemas.microsoft.com/office/powerpoint/2010/main" val="26739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77E15-B985-D9B3-E86E-78514C004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4BA2A-FE32-D09A-1929-0DAACBAC5C9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先从已有 3R 工作中提炼可用机制，再用新方法补上它们没解决的部分。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D138FF-4BA3-C50D-3BEA-B16C567EE718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96EFDF-F187-291D-979B-88CA74CD6F44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多模型互补：模型各取所长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2DA1A15-F8C4-7FAC-F33E-84B2422F5EA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E71C5-FBC9-3A62-FDB5-42F21916078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F0914-806E-1FB7-2F9A-EC8EDBD47771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能力描述符：多模型路由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73E498-E369-5A31-F98E-AAFDC6EEF7E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六项机制 + 四种新方法 → 候选架构方案</a:t>
            </a:r>
          </a:p>
        </p:txBody>
      </p:sp>
    </p:spTree>
    <p:extLst>
      <p:ext uri="{BB962C8B-B14F-4D97-AF65-F5344CB8AC3E}">
        <p14:creationId xmlns:p14="http://schemas.microsoft.com/office/powerpoint/2010/main" val="142669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69321-963C-CCE8-F936-7A160A6DF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876E2-A335-D698-811B-A1AD4386FC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架构负责出方案，平台负责跑实验和做对比。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15F2D-DBAD-5D74-4737-6D4C98964795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FC8E6-68BD-1EBC-F9B0-33D20BA65151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多模型编排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233558-9BFE-11B3-BA38-38EE732811DD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E0A6E-1431-7D71-47CD-502ED1A012D4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ACBCC9-5A8A-C17A-56D2-7CEE5BEA589E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EFF78-0402-A5E5-0D12-2E9121286CAF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架构是研究对象，平台是实验支撑</a:t>
            </a:r>
          </a:p>
        </p:txBody>
      </p:sp>
    </p:spTree>
    <p:extLst>
      <p:ext uri="{BB962C8B-B14F-4D97-AF65-F5344CB8AC3E}">
        <p14:creationId xmlns:p14="http://schemas.microsoft.com/office/powerpoint/2010/main" val="6816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8C107-B7E6-A953-20A4-7DA17F5840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B8700B-B78F-E956-670B-B85A14A5C7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五个功能模块通过总线联动，输入图像序列后逐帧输出三维点图和校验证据。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978121-05A4-9068-91C9-B30155AA9D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358739-FF2F-99E7-92FA-F8C082172A51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7728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9FD4E-9909-F6FD-9062-DDFAFC90D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15ED5-EA1C-5BBF-785D-55B5D90EE9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长序列不能全靠全局注意力，需要把远程、检索和局部三种记忆分开处理。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F8D0C4-6872-57E1-E462-20A1402AAE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4607EF-933A-0520-E6CD-D777D8E03DA3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39437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DC39C-70ED-1254-B6DC-575A4F7766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4E07D-9189-F472-285F-312002E73D8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几何校验模块先聚合冲突信号，再按阈值触发重跑或模型切换。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F6060-82A1-5167-CC9C-A0B66FBAA2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61F1E6-7D02-2CA9-22EA-9F9EFB3B2B7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校验思路源自 Test3R，本课题将其嵌入架构内部，支持在线修复。</a:t>
            </a:r>
          </a:p>
        </p:txBody>
      </p:sp>
    </p:spTree>
    <p:extLst>
      <p:ext uri="{BB962C8B-B14F-4D97-AF65-F5344CB8AC3E}">
        <p14:creationId xmlns:p14="http://schemas.microsoft.com/office/powerpoint/2010/main" val="380226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多模型编排模块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8F43F-EB52-0B49-0736-1564E61E54F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DD714-4246-DD9B-E0D9-32079E80C9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多模型编排模块根据输入条件和校验结果在七个候选模型之间切换。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2C5387-BD43-08A2-2041-C521BBC47E6F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C01B14-785F-08D1-7D75-6FD3CE4DE47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16EC2-9750-F9C6-7E93-C051302E264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59D9E7-FAEF-B5CA-9491-054ED0EC897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4574C-459B-D1D8-994C-80F1E6BF2A4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F2F9F-7527-004B-C7D9-7643AD033A4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549D3-4806-4B37-06C3-1D7436C81C3C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2169B-29F2-2F9E-DA67-D630499114F7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7E475D-562F-FA44-8024-F936F474429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EC6A04-36E9-10AA-F72F-A51A4E2EF540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成本约束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BB8E196-6C61-C27B-6042-D2E59E660FF8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FE4F9-B3DC-E27F-DF09-7F214695E66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失败回退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812EF-0AEE-AB2F-AEAE-04405613812A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按场景、预算和校验结果选择合适模型</a:t>
            </a:r>
          </a:p>
        </p:txBody>
      </p:sp>
    </p:spTree>
    <p:extLst>
      <p:ext uri="{BB962C8B-B14F-4D97-AF65-F5344CB8AC3E}">
        <p14:creationId xmlns:p14="http://schemas.microsoft.com/office/powerpoint/2010/main" val="375411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E4528-B5B4-1869-86B9-37C31AD8B8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722F2-75E7-C53A-4C60-89D5878953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6A6FF-D3A2-FE5C-005F-3CA5234B692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B3A99A-3983-EDDD-084C-C2F515D265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DA0518-F8BC-1319-7A32-E7C769204EDD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4D3DB-81EA-DA00-BCC6-E1F1E3101DA6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54022-6742-9BE5-3FA1-69EC58E67BE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86643-89DA-1D6F-2E70-4A1FAEF69B2B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88625-4B1D-B709-55D3-6E358D0425AA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CD1353-D011-A95C-63E2-5944F9B20FCE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7359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六个模型各有各的环境和格式，手动对齐效率太低、结果难复现。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复现与平台需求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依赖版本影响复现；需统一调度、格式和对比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统一调度、统一格式、统一对比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从任务提交到结果归档，平台覆盖多模型实验的完整链路。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五项功能覆盖完整实验链路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2011680"/>
            <a:ext cx="5074920" cy="28529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870448"/>
            <a:ext cx="9779000" cy="384048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执行器只封装模型差异，平台层保持统一提交、统一跟踪和统一归集。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1746504"/>
            <a:ext cx="21945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平台执行架构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72200" y="1746504"/>
            <a:ext cx="2743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Vision：任务面板</a:t>
            </a:r>
          </a:p>
        </p:txBody>
      </p:sp>
      <p:pic>
        <p:nvPicPr>
          <p:cNvPr id="95" name="Picture 94" descr="software_screenshot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93392"/>
            <a:ext cx="5440680" cy="19019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172200" y="4096512"/>
            <a:ext cx="29260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Vision：模型路线</a:t>
            </a:r>
          </a:p>
        </p:txBody>
      </p:sp>
      <p:pic>
        <p:nvPicPr>
          <p:cNvPr id="97" name="Picture 96" descr="software_screenshot_model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43400"/>
            <a:ext cx="544068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个模型端到端验证通过，同一输入下最快与最慢相差约 9 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统一条件下耗时差异显著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短期补齐验证，中期支撑论文，长期对接下游应用。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平台支撑架构验证，架构丰富平台模型池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FA3A9-1488-1DF5-983E-5CD681C22F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E4CEA-09D6-4B6A-4C45-B1A6020FF5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架构侧验证模块是否有用，平台侧验证流程是否跑得通。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6418-07E3-08B6-CBC2-BA8B1ED0C40B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3659C-5D45-C750-BBB1-2B602F8BE1C4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模型对照：单模型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42C8E8-BA83-6CD4-FD4E-683C13C6CEB6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F5200-035F-3B1F-ADCA-496F61E18EEC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1F794-44B3-9A4D-7C58-EAACB793B1C8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74695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B514AE-B67E-6266-F32C-D66F1CD52AF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1578F-F4FE-BA87-7934-4539DC7D40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四个创新点分别回应前面提出的四类问题。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68AF3E-F906-B6C2-4CFB-BBC60C4AA85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01160-A915-4E8E-7E9D-0A5BDACD0F0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16FC5-F7FC-90D0-C295-B6C5442B0330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D17EC-4559-E507-8478-4FF7E1E1B878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异构多模型组合与路由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E8A26-5713-B3F1-8952-0282CE22FC6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65825-8103-4BC4-6B6D-A9ACFE2490E4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4800D-82FD-4550-3A7E-A76A3D72BC8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E910F-FF00-6B5E-DCF6-B075E44665C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0D1E3A-8895-488F-3278-FF09E0FE92D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每个创新点都有对应的验证实验。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0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支持在线检测与修复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88936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按场景按需调用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0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覆盖远程/检索/局部时间尺度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88936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6 个模型接入，4 个端到端验证</a:t>
            </a:r>
          </a:p>
        </p:txBody>
      </p:sp>
    </p:spTree>
    <p:extLst>
      <p:ext uri="{BB962C8B-B14F-4D97-AF65-F5344CB8AC3E}">
        <p14:creationId xmlns:p14="http://schemas.microsoft.com/office/powerpoint/2010/main" val="271664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D47-635A-2B05-F6F9-65F65AFEBB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64781-E2B9-14CA-D708-1E133F2C38C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B3640-6FB2-8DF0-8E13-4F0AD87D50B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05A9E9-8844-5923-DC9D-E168ED018FE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D43C39-4ADE-B722-0EF8-0E9B1F6FA7D7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EE319-A01F-DAFC-9029-D9CA337CBD5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D455-6764-1A1C-8602-5412CACF9007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029592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C8C469-AB9F-1AC2-727A-062A69B2E7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EF0EA-9063-1633-CC1F-B67D016D7A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2E746-FC33-0B86-4555-75AD5CA3E7DF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0E0AF-5EAC-44E9-51BE-624FDBB5A848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9DEB4-89C5-E56E-5E32-895D83DE7750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456ADB-8401-BC2F-8C6B-31936444F331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9EA0F-9CBE-C1ED-61BC-3CECA88EE3BF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8C207-A53D-D596-7E6A-67F92A30122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94E997-A5D1-6992-119B-0928C7550702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C129B-8D59-C6B6-C087-6D9B77BA38CA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F82661-25D3-2DBE-B1CF-170968456B18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012D3-77AE-BE5A-2B18-DA3662926C8D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BDDD5-2D5F-2441-2B3D-D7B95304207E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C702-B461-A328-2BA1-F7C75215C74F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113FD4-9599-00E7-536C-597A5833C15D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2AA4C-8514-CA98-8C6C-D629EF1C1703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18741-5B0B-F687-74C4-78F678B52FA6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CE3F0-F42D-B042-FA6C-1FD93A759D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2C71F2-1737-DBE7-326F-D56637B1B9E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81D43-B2C9-1E6F-4704-08C474E2E9D0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9D293-2607-8DE6-D267-D94371841566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E373EE-BF60-2B48-387B-19CCDBFB7DF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1D92F4C-15A0-564C-F95A-046555FEE745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74A724-F4EC-BCBC-85EF-DC7DE846ADCD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70D48-1535-2232-D39B-197E66FB4B70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2072F-E914-CF0F-BF8C-C1640B3D2C7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6642CF-3496-B6BA-C925-B7CB4329C491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722605-85F8-42C2-56BC-603E040432E4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2334D0-6407-2FA0-BC0A-8755169EC1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B3AC27-1A57-1E94-9211-9F5B3CDB8C03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65D35-FFD0-7C5C-B08A-AEF00468E727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13CCB5-95AB-29AF-86C4-94AD9681AF6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0D2D804-1F7C-D3E8-E88F-4D115E9DB368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5625DD-BCFA-17C0-82AF-F6EF8E476BC9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长序列与多模型评测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0018C9-9707-3A96-2F68-106B49E2A956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6228D2-CE9D-5D0C-A470-992C679633F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FAF83F-A44E-F0BE-F61C-36DF6EAFF41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03BE0A-E622-D812-FB0F-A1FF3BA3E9D9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F58D30-C6D6-7FDB-C4BC-B7294788A39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963256A-B425-B8C8-6A67-C76ED37B49AE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813FDC-AA53-A73D-AEDB-C61EC8FE3A5B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B8A619-D841-6297-A21B-3969812855F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39C442B-1A7C-99BB-CF2E-298242D431A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0A118C-CE87-2999-30FF-CCA2D275A1F0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1014E4-3EC3-BFD0-4A93-DA74C05BAF0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2515F0-F89B-3ED9-A141-16E4CDE2990B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42AAA9E-243C-5C60-6EDA-BD5984FCCAA0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FBCDE3-80F9-44F0-6BD0-08E20927C6A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E23DE39-587D-3000-BB09-CEDEF936055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4B067E-CCBB-EA27-1030-85CD1650BADE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42893C7-FDE2-CFD8-FF57-D3F67B8CC049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396FC91-43A2-6FC9-D2DC-D8189B14CB9A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1CE2738-D2B9-D4BD-51A5-F898CF216A0F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9BD7CB5-B17E-F9CD-388F-4B18301D962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F8A9230-1FA7-327C-B2AE-178CD4FA26B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44DA2B-0DFA-E6DD-AB49-D8908FFCBDAE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476C3A-EF7C-3E21-6FEA-78ACB5D9AF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53EBDE-D799-EB35-C50C-3903A58B5303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1090E9D-0F67-A8AD-2406-F716F9793AEE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7A09DF-75C1-F074-FBAD-2F6BD37484C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4329D4-8035-EDB3-AE60-1D82C688608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4354C4-23E9-F5BF-D7E4-68CBC5A1DD4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E1FA180-4ACC-7935-BF83-96DC8EB9395B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C85157A-09AE-2AFD-D14E-9ABB009B8C5C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76234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609D6D-BB21-4B99-B338-E61C76AC82C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627D15-2B0B-0C32-386F-4830E9A0AD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四个主要风险，每个都有对应的退路和分阶段应对策略。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414AB-97AA-1825-21B4-6BF7AD172C2B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3F44B-4BBC-5214-C5CD-44FBB584608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5C9A9-9841-DB76-CF57-04F19C8746AB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4D800-588C-B0DF-68CB-8A64552DCC30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4B2800-5957-3BEB-8B28-1F1BEB4DD444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98C78-8D27-10CC-652D-95B1139F363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B6BBC-D03B-362A-6853-6CFB6D70A3CC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627D-44F3-6D2C-8DB1-D028DB909129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AD122-7150-F2AC-84E5-D9DA6293A3B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56325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模型的优势出发，针对长序列漂移、缺乏校验和单模型局限三个问题，设计融合空间记忆、几何校验和多模型编排的新型架构。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1512</Words>
  <Application>Microsoft Office PowerPoint</Application>
  <PresentationFormat>宽屏</PresentationFormat>
  <Paragraphs>226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5</cp:revision>
  <dcterms:created xsi:type="dcterms:W3CDTF">2026-05-18T03:21:27Z</dcterms:created>
  <dcterms:modified xsi:type="dcterms:W3CDTF">2026-05-18T04:59:04Z</dcterms:modified>
</cp:coreProperties>
</file>