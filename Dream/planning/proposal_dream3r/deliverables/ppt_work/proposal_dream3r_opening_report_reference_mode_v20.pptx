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A2EC5-6E21-8C0F-A3B9-BBF190FB1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9B8B2D-F42E-0678-177E-ED9FF7A84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CC1C36-7BA3-65BC-56FC-40B6042D0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8863B8-F72A-E390-C34B-883D3990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3CAD00-F4B9-6389-E1A3-0BCCAEE7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14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A6CC2-94C0-696E-FAD7-29F59061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B9EE1A-5738-1A8B-6EBB-B801158F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C29F0-2B2A-A8AD-1A66-635E67C3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94F3A3-699F-42B4-A635-91C673FF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9A830C-5D5A-C652-D237-7CE3B1B2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4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2EC40-636B-4CC0-29B5-71305C9F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A1BF62-762E-8DD4-216F-A29681050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7D6DDC-8645-0B38-80AD-BA1DF11F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EAE9D-217B-CE45-7B61-BB12F539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098CCE-B856-756B-0DF0-4DD5C149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26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27790-2722-7F83-151E-F8138306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18460-4AD1-9F62-BB25-249391943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AF8D0F-738C-63C7-581E-18F2E2AC9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3C3C33-1CB9-3742-E184-F853C28F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7E299E-8359-3598-56C2-019779D0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7DA84F-D3D1-2B7B-FF74-C42A08FF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006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257B0-1C5B-9909-3A5C-D1EB1A5F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AEACDB-AB6A-6A86-A26B-9B5BF8403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9C922D-7D8A-32E1-EC7D-32636A415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217FD9-56B8-51F6-140D-6D06BD738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D08905-C3C5-60F6-F53A-3C0CA8115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7E0FE1-AAB8-F82C-0A22-E8926773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13D73C-F096-DB6D-CCCD-7E166600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8B26DE-3230-2F0F-3AD2-675BFBE3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06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470DF-F501-79C8-6B85-AEF855B0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35FBD0-D3E6-2A7D-2853-7EEB4C11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B3234D-6DCF-CEC7-6D4B-B70449DE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2FA2CE-71EC-628A-80B5-DBCE174E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32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7618C7-8820-EEA5-C1E5-C1BBC3D0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8246DB-02E7-4269-4C23-76262692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A4532-BF78-7E15-184D-1EF16AED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05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B7E6A-5423-5BA1-DF58-85D929DD7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A12ECB-06F4-511C-7BBE-D0CB289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F841F-470A-4045-0919-85867FE05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45F4F4-739B-244F-E507-3BFB66CE5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78A5E0-DEAC-A66F-D824-45B7A87E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519928-E271-DC6C-47D2-650652C2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01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15259-F66F-D944-4955-616AB01F7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05506F-BCD0-6ADF-2863-D4E86D58E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E74AAE-4C2C-4657-1023-8B7BB90E0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750CA9-72DD-422F-D5EF-84BFE955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9F18BC-E717-CE8B-1A99-0BBC6A6A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8D5504-2DCD-7C9A-8D90-1BE9FC22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00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AB66C-65FB-54EB-9A58-696359AA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9ACF92-BF56-8642-2C65-C65D069D2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929DD-73D5-5791-FAA0-BC1EDFE7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358F91-11F4-7544-1BD0-2F637B01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F9070E-0BDD-1FD6-BC86-6BD2C48F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73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40155A-228A-63E5-1CC7-0AC6B370A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322B8F-4E21-FE64-0F04-AD2657911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F7290B-E2B8-0C58-D1B3-4FDD4374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5378C9-3777-66BE-C73F-62A603F13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E86A9-E967-B9F2-A64E-E5AC0C11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302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0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DE3BEA-96A5-E1B0-8188-C7665CB1D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D90D85-102E-04E6-04E4-9AD66F493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9D1E1-3744-5CE3-38E1-9B56E8138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78589-CB66-45D9-AD65-E4DF838CD59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F283FB-EF3A-F6AD-0818-D6F080BDE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5B2A3C-9353-DDB0-83B9-3C4AFA872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C01E2-E8C2-473A-AD6C-7A5170985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58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938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21D51E1-C68B-FEC4-1F98-BD89274AC110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00FC4C-2DA4-F517-9F0C-4F484D5C92B0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8FDE557-3E3F-BE23-3B1F-D6C0ACBA893C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5BB291C5-5709-A513-0ECB-8E3AA18B5235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3E609A-604B-E83F-A566-9951FE44550E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5572CDE-5FFE-CF3D-00DA-C2E6BB4207D8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001D064-DB74-82BD-7900-F3DC31A47130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C31E70-3C1C-5BFC-5F2F-1A17D00A275C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43CDC9-4119-A7E3-DAD2-649D4627B2DB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96BBBB-9F34-8B09-DFED-6453D1507197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EAFE8E4-0760-86B9-DE99-C6D01DFF6620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2EE50-3C09-3488-BE87-22DD64F0961A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2EABB8-D281-3545-952A-C8E948D346ED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50FE90D-B368-CB28-A964-1ACA39750F38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E32F3B4-3D10-9C0A-3C25-A727C6BB4923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BC71885-A5B3-0D54-0F50-BD0DA74FEA87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7DDF467-0BD1-2FEE-E5B7-8BF7D91F17F8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F0E16F2-9905-FF09-BF37-5B745C04746E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2662648-16EC-9448-4D0A-DA5C2779EC10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144819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E626A3-E7CD-409A-6F58-F7247605277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F813AF-C43A-B760-2F85-5A7A1B9C9BB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87BAC6-D879-563E-A0D9-26563D202AF4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87AB039-47E8-BD9C-0110-C96D730302A6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C8590C35-195F-6D51-D56B-813C1D2B954E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7F26EB1D-21E3-D8F1-69A7-43DD23B473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634EAA1F-44A9-3D86-7138-C83A400BD4D1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的价值在于统一输入输出；后续问题集中转向长序列、动态场景和结果可靠性。</a:t>
            </a:r>
          </a:p>
        </p:txBody>
      </p:sp>
    </p:spTree>
    <p:extLst>
      <p:ext uri="{BB962C8B-B14F-4D97-AF65-F5344CB8AC3E}">
        <p14:creationId xmlns:p14="http://schemas.microsoft.com/office/powerpoint/2010/main" val="198062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41D62C-566C-A13F-98E2-FBFD4AA6469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B09E8F-E16B-AD18-B377-3F45F3DC909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模型的优势集中在速度、端到端学习、统一输出和特色机制。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2C59F4-D757-624F-AA7A-A71E2904B6A0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F743666-A0C3-2C93-68E6-C74C58810B89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5AC99B1-F8B2-2C65-B4AA-C0301D3B6DD0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381B7E-ECFF-4FAB-0005-3739A90EEBA1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0AA8CF9-9A29-C8AC-5E1E-230167071C7E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4206E08-E657-263A-47B5-FCE3207B134A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44CB846-012B-16FD-DF52-BEC38E19A909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DBE4FD4-BCF2-102D-7813-743BB855B085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2B68396-5242-353A-46E6-A091FA05F45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等工作提供了可借鉴的机制来源。</a:t>
            </a:r>
          </a:p>
        </p:txBody>
      </p:sp>
    </p:spTree>
    <p:extLst>
      <p:ext uri="{BB962C8B-B14F-4D97-AF65-F5344CB8AC3E}">
        <p14:creationId xmlns:p14="http://schemas.microsoft.com/office/powerpoint/2010/main" val="68012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292C06-14FA-F006-E20B-22436012566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0FFE51-3574-CEB4-693A-9FEF2F89E59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模型在长序列、动态场景、自检查和多模型协同方面仍有短板。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ADB1F1-361E-BB87-23EE-7EFE0324BD60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220C0C-EE27-AA32-311B-BBEDEA7D8CA0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A704A0-F5F8-47C3-2F02-67B275BBACFA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98441F-78CF-CDDA-AF19-1383AE94E467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0B46BF-D77A-1120-0A03-7845F2C8511C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B90A0B-D0CB-0B0A-9D7A-3A1F57776101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13799A-BA5B-3DA1-173E-7A022EB21DD1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835B7E-60E4-98F6-1EAB-733F955146D3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F3123E-8DD0-BB59-54F4-BC614BE7348E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0675E3C-E921-88CC-D206-1D6DC6AB6C95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926A3B-961B-CDB5-A507-63596EE8C120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课题目标由这些短板自然引出：记忆、校验、多专家编排和统一平台。</a:t>
            </a:r>
          </a:p>
        </p:txBody>
      </p:sp>
    </p:spTree>
    <p:extLst>
      <p:ext uri="{BB962C8B-B14F-4D97-AF65-F5344CB8AC3E}">
        <p14:creationId xmlns:p14="http://schemas.microsoft.com/office/powerpoint/2010/main" val="1209634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9D096-B0C4-3391-1821-BD78938D743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B32FAC-C08C-14F6-EF34-95C7439F564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设计思路分为两步：提取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有效机制，再引入新方法补足短板。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F1F202-EBFA-ECD1-A93F-0049F1E51D61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695217-74C7-2AB5-DF84-5790397DABBD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多模型互补：专家各取所长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53CA95D-E30A-DF1D-FD62-DC3881800CA2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C0E0AC-1E4B-97B9-76EA-F5B61CC33C36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FDBC6F-E6C0-A7A6-9CB5-E9BBF452F073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能力描述符：多专家路由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F581A1-CD49-AB35-862F-07D3E2DB3CD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本课题的架构由这些机制组合自然推出，并通过实验检验各模块作用。</a:t>
            </a:r>
          </a:p>
        </p:txBody>
      </p:sp>
    </p:spTree>
    <p:extLst>
      <p:ext uri="{BB962C8B-B14F-4D97-AF65-F5344CB8AC3E}">
        <p14:creationId xmlns:p14="http://schemas.microsoft.com/office/powerpoint/2010/main" val="1275419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933FAD-5C12-CB4F-2CC8-DE25E158016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32F745-A114-C88F-797D-D5311C58F3B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课题包含新架构设计和聚合管理平台两条主线，二者服务于同一组实验目标。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226069-86FE-9716-8C19-958A305EFC7C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A7D7BA-FF9F-5982-4A2A-9D80148817AC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多专家编排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D8021D7-B0C7-BD8F-4140-ECD40B4BE569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3C6D88-618B-9EEF-4CA7-7CDE6C7BB10B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C6BDA8-175F-7C24-00FA-443EFAE52423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FE4027-4F2E-3995-02BB-4F04F0FC75C3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平台提供统一实验条件；新架构完成后可作为新模型接入平台进行同条件比较。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510873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CAEB7B-B546-BD64-C3A5-54688203CA0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E485C3-0975-E96D-8A00-0263472180D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总体架构以总线为核心，把感知、记忆、动静分离、校验和专家编排串联起来。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A662C2-5767-8074-1C77-52FD9E83B63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1921045-CF18-1A8A-01EB-512AFA213C24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195720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4DE207-87C1-136D-6617-B6D3F81BA27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8A6524-201E-E628-AC03-10763DCE63B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空间记忆模块把长序列上下文拆成压缩状态、空间锚点和局部滑窗三条路径。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105E31-A9F3-42A2-422A-B7C83ECB424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39EA25-B95D-7E69-49C5-3FDE8E072989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3496034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96B950-443E-337A-6C70-E632D87FFF1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38D03D-5FC7-E94F-BFBA-EBD08CA5A24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几何校验模块先聚合冲突信号，再按阈值触发重跑或专家切换。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B2331B-73F7-7367-E521-DEAF40CF9A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6FFE17A-3165-2FB4-070A-B886EE2B52EF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校验理念来自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，本课题把它接入架构内部的修复动作。</a:t>
            </a:r>
          </a:p>
        </p:txBody>
      </p:sp>
    </p:spTree>
    <p:extLst>
      <p:ext uri="{BB962C8B-B14F-4D97-AF65-F5344CB8AC3E}">
        <p14:creationId xmlns:p14="http://schemas.microsoft.com/office/powerpoint/2010/main" val="200731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C8309-0921-9A99-9E3E-4A8DA4406B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25F36A-FCA4-3CCF-806D-F4C4BC0743F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多专家编排模块根据输入条件和校验结果在七个模型专家之间切换。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4DF0FD-B21A-03D3-84F0-FA93369203A5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585806-566A-FF7A-8140-D7C93D3C7D66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BAD654-AE38-761A-52AB-97739AED3E80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FE3EE8-F6A4-8715-76A1-81D2A383983F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CF5260-8210-D362-B392-5CCA4D4608AC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A4309C-56BA-1A40-1951-1C3F8F73E315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557E01-34B5-5919-6A43-2C63B87D6D8D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800F12-F390-B3BB-7097-E2479CD3667C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F01E9496-0BEB-7F87-F4C7-961466CF1D0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AD871C-0AD9-D6AA-841E-97F02897D9E4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C72A4D2-DE16-9465-4E9B-2EA18701E077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F72C57-2CCE-214F-FC73-C22E59B101EE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5B02CE-D530-CFC3-10C7-E44D9A9E5B51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单模型各有优势场景，多专家路由用于提升复杂输入下的适应能力。</a:t>
            </a:r>
          </a:p>
        </p:txBody>
      </p:sp>
    </p:spTree>
    <p:extLst>
      <p:ext uri="{BB962C8B-B14F-4D97-AF65-F5344CB8AC3E}">
        <p14:creationId xmlns:p14="http://schemas.microsoft.com/office/powerpoint/2010/main" val="284344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D1792F-44FA-C4E6-2378-B1E2EE793F5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5894B0-9168-6D1A-D2C6-1486B8344D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BCF691-C5FF-DDE6-FBE3-60F960B668B9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125C46-5153-49EF-0DD4-250E9602DCFB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9912AE-B78F-4B73-7F5F-E7295701DE72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107AFF-3A82-9146-91BA-7E07FBE36FDA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F094D6-CD8F-5DDA-5CA4-E7A5DF8BF13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B2FFCF-C40F-E113-1CA3-74874F5A2CB6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44BBBA-6CD5-B5F0-A4A5-4F3540B66B00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D3B340-8F12-C8C5-E485-18F7F0014E15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71452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8C9966-7DE7-CB0C-5AC7-93A6BAD4C3D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40E122-2DB3-F4B2-3D12-7B339A23CFF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模型缺少统一的部署、对比和调用基础设施，实验效率和应用落地都受限。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BED733-9B4B-341B-D50F-CF021425AC33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部署成本高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2B04F9-FD31-8B99-D1A9-92CDB6F39C4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每个模型各有环境和依赖，部署一次耗时长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6DF2BA-C54C-39D8-868C-BA29E6148C96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对比困难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908EB6-930C-E6E9-BF50-AF5CBF908055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输入输出格式不统一，横向比较需手动对齐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343F3F-0315-D422-FCEF-02AA76002259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工具不适用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D01980-6F11-598C-DB81-E427FE5BA39B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，商业产品闭源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E6DF3-E6C8-E3EA-AD0A-BF3C891F6F5F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难以调用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964C9C-AED5-9B22-B101-F4F5F0269956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模型能力停留在脚本级，缺少标准接口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69A710-1B99-EB78-EEF1-343204938C98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统一部署、统一对比、标准化输出与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封装。</a:t>
            </a:r>
          </a:p>
        </p:txBody>
      </p:sp>
    </p:spTree>
    <p:extLst>
      <p:ext uri="{BB962C8B-B14F-4D97-AF65-F5344CB8AC3E}">
        <p14:creationId xmlns:p14="http://schemas.microsoft.com/office/powerpoint/2010/main" val="1227171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23BAA1-492F-8DD4-BEF2-57007F76093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9486B3-EF47-4E66-2938-53043294B53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平台覆盖从模型部署、实验运行到能力输出的完整链路。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04F13A-BF4A-B7B9-17A6-B8BFECBC312B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41EE27-2525-B993-EF1E-040FFA75451E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一键部署
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3140A4-4C55-2C62-2153-22B1F85F6CD6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09DBB3-00DA-7F79-03FE-094168738A26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7DCA3B-E6CE-9EF3-66E9-562D2FC55C2A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4E4D17-B9F5-D8FA-2993-BB759D01AE21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565ACD-89C4-921A-CD9C-56098FD69BCC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1374C7-A6F8-0E8F-FBE8-375EB2364082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标准接口
新模型快速上线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477FE-B540-3F52-9BEA-233671A9811E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能力输出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A8BA05-43CF-19D3-F718-AA548500C6CD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统一格式导出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封装调用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D65F04-CAFD-AF5A-E2E8-67610C9716FF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部署→实验→对比→输出，覆盖研究到应用的完整路径。</a:t>
            </a:r>
          </a:p>
        </p:txBody>
      </p:sp>
    </p:spTree>
    <p:extLst>
      <p:ext uri="{BB962C8B-B14F-4D97-AF65-F5344CB8AC3E}">
        <p14:creationId xmlns:p14="http://schemas.microsoft.com/office/powerpoint/2010/main" val="147747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454591-B7B2-54D7-5BA7-1B94E947E67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747DA6-383A-A31D-E4AE-A67D08EFAAC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AD24D1-FB9B-1E5E-A0CE-C3219C0C8A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76" y="1841500"/>
            <a:ext cx="6431248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1CF2261-7257-6ECB-E9C6-EE939B747D0E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执行器封装模型差异，平台层统一提交和归集，顶层预留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导出接口。</a:t>
            </a:r>
          </a:p>
        </p:txBody>
      </p:sp>
    </p:spTree>
    <p:extLst>
      <p:ext uri="{BB962C8B-B14F-4D97-AF65-F5344CB8AC3E}">
        <p14:creationId xmlns:p14="http://schemas.microsoft.com/office/powerpoint/2010/main" val="1016360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1C66A8-4773-B025-626D-828A74C8EB1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5F2498-0C84-C735-601E-B8A8969C7A5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个模型端到端验证通过，统一输入下的推理耗时差异明显。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4FE36F-0994-C23A-8528-4EA2C7E6BCB3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CE25E8-ED37-F0A9-39C1-510AFEBD947E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25559D-CDFA-C1E8-7EBA-9B5AD290583F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8932F3-3C21-D0E8-CAB1-8378D5A2A61A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0F3349-422B-9411-9185-78087DDEBB89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4A563E6-CE84-F445-9AB9-973C51FA55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719FD9A-450D-069D-EB45-6DAE61498DA6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统一输入为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1920×1080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；耗时差异体现统一调度与记录的必要性。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307152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970FDF-C6FE-5B09-D130-2C80C911DB1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94B4C6-1631-FF79-C163-CE1F8C678B8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平台从辅助实验到快速部署，再到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化服务下游应用。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636E52-25F1-89CF-9B61-55E8C65CDDCF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1D7010-FCF9-39BA-E2ED-841566F32B3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辅助实验：完善对比视图，支撑消融和对照实验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EAD851-265C-0BEA-1770-21D94E943572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C41D23-29DC-2C0F-3635-57B3743FA5A9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快速部署：新模型一键接入、即时对比，结果可导出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45A474-2504-4F16-33A7-1C221B781069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438847-6BC2-7007-7C14-BFD34B6330A4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服务：封装模型能力，供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/ AR /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机器人调用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DEE03F-E72D-1E4D-0435-DBFE715AA016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178CA6-3FD4-AE51-5B76-318E13D1EFD9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 → 模型评估 → 下游应用集成</a:t>
            </a:r>
          </a:p>
        </p:txBody>
      </p:sp>
    </p:spTree>
    <p:extLst>
      <p:ext uri="{BB962C8B-B14F-4D97-AF65-F5344CB8AC3E}">
        <p14:creationId xmlns:p14="http://schemas.microsoft.com/office/powerpoint/2010/main" val="3475931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AACDD9-585E-FBE1-F7D5-2EFA608B06F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EAE2D4-DAC9-5A65-2A06-DB91E8F9AF2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平台支撑架构验证，验证通过的模型能力可进一步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66D3F6-F781-08DD-AA78-48160557A13F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A8D951-36AE-31E0-EF5C-DAD2F3445D79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58A77C7-E9D5-B706-3A29-93C807DE0451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ACA318-7B20-A028-31CF-9D05732284EC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C97EF7-0744-5868-C69B-AF4FF1C443CB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7A10A8-7FF4-B8EA-78AE-2545938DE7D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平台支撑验证，验证通过的架构可直接封装为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对外输出。</a:t>
            </a:r>
          </a:p>
        </p:txBody>
      </p:sp>
    </p:spTree>
    <p:extLst>
      <p:ext uri="{BB962C8B-B14F-4D97-AF65-F5344CB8AC3E}">
        <p14:creationId xmlns:p14="http://schemas.microsoft.com/office/powerpoint/2010/main" val="1198710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34884D-18E2-5E1A-BC29-DF4BC56E45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3AD42-EC6E-C3E9-C96A-12F1B03EE57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实验设计分为架构有效性验证和平台支撑能力验证两部分。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2C820A-4341-129B-D872-308454D94204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8B6C8-0F13-9F69-DED2-CC9119F16B43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专家对照：单模型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DA98E2-8268-7D38-61CE-39E1B4F4E915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7EDD3E-1CAC-426E-BF9F-BE2B63CD799B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C76AE-650F-030A-C22D-ABBDDAC50DBF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3430708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67A655-B545-2518-E2E8-E11FBD60C4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D93DFC-7553-022E-ECC6-B38AB4D2A8E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创新点围绕几何校验、多专家编排、长序列记忆和聚合平台展开。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DE7123-16EF-308F-89C6-D138A0D2A2F9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AF062F-AD94-3BFE-CA48-C148BFA8E282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ED9255-B159-926E-8DC9-18C07941504B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679EB6-A286-1562-14B9-8994D6C162B0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6A8473-1A9F-6611-1BA6-5BD482B52746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41E49E-66B0-9740-9A3C-4C6726FD2E50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D4063F-B65C-B228-02CF-9518BFE434E8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B94116-F012-1040-AC20-69AF68F558FE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59181E-2E78-E7D2-089F-91A15D2881E7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各创新点均需通过后续消融和对比实验支撑。</a:t>
            </a:r>
          </a:p>
        </p:txBody>
      </p:sp>
    </p:spTree>
    <p:extLst>
      <p:ext uri="{BB962C8B-B14F-4D97-AF65-F5344CB8AC3E}">
        <p14:creationId xmlns:p14="http://schemas.microsoft.com/office/powerpoint/2010/main" val="3845591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B9C6F1-03F9-8C55-C288-C0AC2F27D86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346D5E-4934-01D7-1AD5-7C2CB538657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450619-DA69-EBAE-639C-F8BE746BB30A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835E51-5DC6-6A1C-792F-6DE92D36DEC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4AA5B9-CED0-AFB6-286C-0D947F77E68D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214592-C3DD-7994-97CC-9DFC07F46D2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5A689D-A622-9B91-F784-C830B606BF14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1282502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1C8EF7-A6BF-C950-27A2-37C8CFE13E7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B6AAC6-26EC-F964-B105-1E57EAF6DCC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A3C4D8-3FD2-BF37-111A-4FF4A5AFED80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B2E486-B879-0CF8-057E-AD247296E551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FF5BFF-7FD8-1DA7-8F99-52274360A69C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437572-5900-2B56-3504-A184FF1AB6A4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6948E0-8124-D7AE-F985-1C2220FE73DC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EC0021-1E4E-081E-BB6D-9F3BC4EFF1DE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0D3604-5706-915E-A808-0583CFE1FFAA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5DCCB9-0BEF-4D0F-A923-5E78DDA7C8B4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1CCDD5-F228-3200-AE0E-34A8AB42B14A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58AAD5-01D0-B2BA-D33D-13505C09391E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5989CA-FBE5-88F3-D3A5-F3E97DFCB658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78E0A3-5B66-F6A6-F35E-E93FDFD2B7B5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3F911A-09E8-4F69-B202-8AABDBDFC63E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76D91F-7BBA-EAED-E374-3AB105386D9E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5496DA-EB1A-DC09-B4C7-704865C180BB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B2F531-E698-3BAE-1FD4-A851BCDC788B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DD2A41-E80B-0541-8732-59E996219901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BD6B92-0B17-F4B9-1857-F783AA18E33B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B02220-2921-6BCF-A392-F122E7DC0650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5C8E9A-46D7-B252-5E2E-4E52DCC1180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66FB247-CCFB-6373-7806-F32FB0AC4FA9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09678F-F20D-7D68-D30B-C970E1DD8277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B623082-E318-387A-C1CA-CA0156189C8E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EA2D38-BDEE-22CD-3DD6-A8929B03C711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E5F807-EA2D-D4F8-3538-AA59F5941710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906164-C16B-43D0-3C75-DFF056EDD481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992A030-6E20-50A7-1849-9EEB60BB08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DE2920-D25F-DEC7-D6EC-B535B5C389FD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CCB0510-244D-718E-6904-91877CA58D75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FDA42F-C957-4153-EC68-BF3E7086C32E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DA8DC92C-AE2D-98B4-71B4-0A0E79F9BC8C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2226866-F9C0-F817-AE1A-F47EFF794527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长序列与多专家评测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0D223EA-8D87-D3D7-2639-E0B45E6478E9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DA631DE-BCC0-DECF-AC21-799634A19B3D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A5B5F02-23EE-693D-8716-946CB1B679D6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61A27D2-5DF5-4FCB-58BD-49FD54D82B5E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0A77D72-DC8B-B717-01A0-F14D71B24429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4E2DFE1-998E-D77B-8C18-E1AA19B2EAC2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1874918-A79A-9D5A-AA23-DD76B0E31FC1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CC1A4B0-1E7B-C693-E37B-D1A43236F2D0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BFA25806-B6C4-5087-2EF9-3062C217BEF5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B3F3BE1-5526-8DA7-DA50-2363FE9565BC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8B2366B-437C-3E78-BD90-48F7D9873341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1666183-E98D-F43D-3665-6F69D588F0A1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8C7BE72-B856-1C6C-8A34-924B12E0DCE3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B11575D-8DFB-3A99-DC6A-1E5E31B5391F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1B2B467-F618-0F6A-99B1-27AAAFE00252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047DC34-5CCD-1EAF-58E0-C4EDC349B5FF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24A5C38-A879-BBEE-F885-50777378246B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CA02FBB-BA7C-9682-D3C9-E086EBB0531B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71F5E4A9-1460-C45D-63E0-861AC1E7EFA5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1F55A57-87C6-CED8-1061-4BC98CAF3348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D3C7A80-C263-4591-615C-FDC584B2E1C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9A21AFA-4396-69F7-DD5A-765228185158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B048F59-A1BD-6A73-73FC-FD745374FA4B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A904241-584B-F0DA-50D4-4A4F8A6686F9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BD03E4F-2AC6-0641-FCC3-527F44E6DD72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2648599-FB8C-D65C-A1FD-C37AF9C37AB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12D10D3-19BC-BBFC-8065-30DB781F1B7D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38EA657-6662-31B7-80FC-EFD0353BE15B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812E4F62-9E18-E88D-81A4-175DF842F3F1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1B540D1-2084-A322-121B-886615E9400F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566591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552423-B3FD-D003-52CA-CCBE6C246F8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AA06D1-BF84-5FE5-6561-424A9CA470B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主要风险来自训练质量、算力约束、多专家效果和校验标定复杂度。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7FF930-0E5C-CB34-F757-67F88F507439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89820B-898E-AFB8-483E-6D557A72A7EE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490C3D-54C3-E086-D24A-FF5FF48EB9D1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4D5EA2-CD6E-FA6A-2A53-E3CF7E9959FF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11D5F1-428F-7841-F732-2631785816D8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D19092-DB80-2F0D-223C-D219B881F84C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001D4A-77D4-EA65-CCE6-41C47EE5E724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CB1F48-8C9D-1D3A-ACE0-4EE61F7D8004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09354-7A38-67E7-3E91-36AECD6A6D5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1912253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2BE625-F0DE-27B9-347F-023C9A6FE4F7}"/>
              </a:ext>
            </a:extLst>
          </p:cNvPr>
          <p:cNvSpPr/>
          <p:nvPr/>
        </p:nvSpPr>
        <p:spPr>
          <a:xfrm>
            <a:off x="1143000" y="2095500"/>
            <a:ext cx="990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64EFB-AB55-E9E0-1EF5-C4F9B1C29441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模型的优势出发，针对长序列漂移、缺乏校验和单模型局限三个问题，设计融合空间记忆、几何校验和多专家编排的新型架构。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963625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1662</Words>
  <Application>Microsoft Office PowerPoint</Application>
  <PresentationFormat>宽屏</PresentationFormat>
  <Paragraphs>219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2026-05-18T05:29:43Z</dcterms:created>
  <dcterms:modified xsi:type="dcterms:W3CDTF">2026-05-18T05:29:43Z</dcterms:modified>
</cp:coreProperties>
</file>