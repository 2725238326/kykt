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E4F14-F0A0-C37D-F8B1-4CAD74BEC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76A715-E44E-8A24-928E-6988D4B59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F4873B-469C-3C28-0190-7BA60CEB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0D99F9-25AF-F614-5662-6FDB15FD5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6AF51C-9C38-2834-2D7B-94CBE52B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59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FEFDB-C7C9-AAEC-D6D1-A2C05DE1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0F0DFC-7C4D-38D0-6FAB-1608C34AB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96E86-F11E-03F5-EB09-F6CE2F3D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E5DAF6-9212-F34D-49C7-C2F5C70C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99B8D-480B-47EE-87A4-DE163CFE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99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C9AFE-35A2-DBBD-7FBA-79AC1FF26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9DCE25-295E-4198-C1B5-6D9171276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2383A-3B56-A5DD-39A8-8BABAB02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F43E18-E1D2-1D0F-0F90-B2DC195A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D5425-E9E4-6496-596B-34200EB0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937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33C25-02B6-712D-E3B9-646241E1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0682A-8E22-C244-C2C0-30E433787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CFCA71-E99E-B1B6-BFBA-5660CEC93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F7C6DD-25B8-042B-94BD-DDB08FD4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4B1D19-220D-9E5E-6AFB-B43948EFD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93C067-047D-BF81-6B48-74518BB9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26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6B172-B4A0-559A-FE82-619CB7DD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2AE88F-8102-F465-CB09-01DEAE465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6C2CD1-736F-55CC-B327-D09D74AFC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E4DC0F-8B02-8B88-343C-1F8FB63EF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27E176-ED59-F3BE-AEB4-F4F3C6831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5FC488-6C66-5A5D-C0A2-A2BE3718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7DC09B-FB1B-A1F0-B105-1FAD8FB0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88A681-B7AB-13D3-42B1-BA25529E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72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8ACC7-FA5A-990A-4776-15FF20C4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0A3A0A-6041-9C1A-1D3C-5BC09EAF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5FF66C-DC87-BE47-DF3D-41D3AAB6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D783E7-5E5C-F72D-81C8-A159CF5B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75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668AC1-5DC5-E1C9-A11D-70D5A586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8F09B4-EF3D-2177-DDA8-50DC8BA9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B02F99-CB41-4943-FD05-0DA3E5B6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11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0A9EC-00F1-3BA0-97B8-101A4AC22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A6C3E-4ED8-D226-2947-CDEA89880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C2E7B3-8792-B439-5E1B-2471D0DA7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5F6014-C4BF-7D0B-0FC9-D045B6E7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57267B-7F28-CA48-6615-2D7395F1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2F7E2B-A774-9FB8-D0B9-0363D68A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4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372C0-07D5-8C0C-423B-11F306BD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FA02B2-516A-52E7-6FA1-83D0D2D8D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C095BB-BF76-2C11-D7CA-09E338B5D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549762-16F2-9D9F-AAF6-BC68BD07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E301CB-9073-FFF4-7D84-B68CDBAD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54919F-D76F-E7D1-5D79-689B9BFD0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4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8852F-6D36-C359-7AC3-8AD1E61C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E6A0B3-B59B-F31B-1CD7-35FA7BE77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8A3F5-341A-830A-2EF2-C85BA6FD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15BA6D-0528-1466-0FBC-2A1DBC8C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8F37C6-3C1F-3D59-3C90-3FE10A23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13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EA8E6B-7638-3D08-F11C-229B25E0B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0A345C-35EE-3F6E-1CC3-0A4438AA6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B1DCB-B192-C7AF-82C6-7B5C25621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3FEF66-0818-E384-0153-01DD22E4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87052A-BF16-E6B9-08FE-2C27CAEC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809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399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10A8E8-E340-68E6-B1AE-A92F7032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C9AC40-73BE-03D5-B24F-8EC52AB08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FC62EE-A85A-F2B8-52CD-BC35FAFF2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E5EC9-AFFD-4435-9102-E8E3DA8E597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2836D-01CF-1B00-D552-0512A280B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522FF-F049-2364-6BB2-985936E7E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A65A6-ADB8-43D7-97A0-BFD11928D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2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  <a:endParaRPr lang="zh-CN" altLang="en-US" sz="4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371648" y="4461337"/>
            <a:ext cx="22140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崔昊喆  纪博闻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5388114" y="10234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4871951" y="5238426"/>
            <a:ext cx="24481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春科研课堂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835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E2944FD-735C-B892-3D50-6A5EA42B77A5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820392-E570-F6DA-9BCD-DA9295A8F7A8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D81A774-19EF-D6CB-98B5-1AC3A59EA37C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A1CA31A-F4FA-E4DD-B05C-E7CFCDDD9924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379F9C-CAE8-905D-A24A-C67DC7479EBF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98E6516-EFA7-669B-5772-210909B61A83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2BE4D02-7451-F8F2-C493-9CB841C6944C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B5AD5B-0B94-B725-FF3F-2736F6F98DB0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F048C-EF9D-FD23-6D93-01CCB0461E80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CC89451-B66E-081B-30A2-5F0453114C45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7DCA520-0763-D5FE-58B9-AF2E4153B754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373EC0-545B-4718-D1F1-26AADFD0E8C7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C96E34-CC83-13CA-BB91-9586445D3AC0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74F0026-EDC8-D952-EF5C-DDA8A7E62794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589DF52-D72E-E788-8E14-27BFEB80E73C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57E0D2-F894-DB72-0903-BEF3BFFF82B2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EF92ED-A3B9-3FA9-2CDD-F36CAD0C1D26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09B41E-5BCA-D0CA-5BBE-69990566EB95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265CCBA-8FF4-DE2E-BC68-092562BDE00A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230787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67C0B9-D89C-0B45-6967-F50AE7EECBE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2D4437-ED09-11E2-5080-4B307CEDC1C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B5F8768-8F42-BF06-40A3-C64B41912189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CF5B5B7-2A8B-F162-1387-27E24E47B44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947F3FDE-DA41-DBC1-6D2A-2FAB5B1553F5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AE19A19C-466D-6878-ABAF-67DA5CACE7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A49255DB-A9B8-88C7-22C1-80BA91E1D326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的价值在于统一输入输出；后续问题集中转向长序列、动态场景和结果可靠性。</a:t>
            </a:r>
          </a:p>
        </p:txBody>
      </p:sp>
    </p:spTree>
    <p:extLst>
      <p:ext uri="{BB962C8B-B14F-4D97-AF65-F5344CB8AC3E}">
        <p14:creationId xmlns:p14="http://schemas.microsoft.com/office/powerpoint/2010/main" val="193046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42CB805-29BB-7A2D-7A37-A497A634968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7271446-7EF7-B35F-8958-94520DD70D3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模型的优势集中在速度、端到端学习、统一输出和特色机制。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21D6949-702B-19D7-0F24-E2DE9B2B7B75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40E4F4-643E-DEF9-9284-2B685D390905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CFB0B1-15C1-633A-844A-3A8FEBAC0AD2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14006F-5DD9-D63B-5826-40000DAB73A6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5C56D65-91F6-E8A9-6CE6-F4F5B26BDF96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68623A3-C4EA-C8B7-CA3C-97767D6AFD47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C968748-BDE6-F015-194C-7BC34E165099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6B52BB5-8639-2E17-904A-0769BBDAD03B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D7AD9AC-F0F0-43A7-566B-12765FA064F3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等工作提供了可借鉴的机制来源。</a:t>
            </a:r>
          </a:p>
        </p:txBody>
      </p:sp>
    </p:spTree>
    <p:extLst>
      <p:ext uri="{BB962C8B-B14F-4D97-AF65-F5344CB8AC3E}">
        <p14:creationId xmlns:p14="http://schemas.microsoft.com/office/powerpoint/2010/main" val="1007479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A4B45D-4F8B-2677-4A51-2FD3A9C9E68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FBA424-74D0-0916-C04C-F53E5BA4E48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模型在长序列、动态场景、自检查和多模型协同方面仍有短板。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D1AE76-45C2-6EC4-57C3-47230582C9C8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EC1499-D556-E288-22D0-85C5B6375A71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14DDA5-96C6-BEE4-CB0F-3098D56169BB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008457-023E-27D3-0533-78D845653006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AAE3B0-7E57-1F66-D309-F538D516B9E6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443F31-86AB-ECB0-0256-8F2DF27E9922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C8EC6A-6FA8-E167-ED1D-73122E6427A7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B8643E-CA4D-0B95-B412-5AC59A61E89A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BB71A5-AFAD-D2D0-6FD9-C0DA836FC168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3F2494F-9DDA-1F34-F61D-A49920183FBB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0143E4A-EF2B-0431-E122-682A9E2862C5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课题目标由这些短板自然引出：记忆、校验、多专家编排和统一平台。</a:t>
            </a:r>
          </a:p>
        </p:txBody>
      </p:sp>
    </p:spTree>
    <p:extLst>
      <p:ext uri="{BB962C8B-B14F-4D97-AF65-F5344CB8AC3E}">
        <p14:creationId xmlns:p14="http://schemas.microsoft.com/office/powerpoint/2010/main" val="1063097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1DF535-8733-E809-9B7D-0F7D88AECB6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3FED96-36FF-5FD9-E330-E9BC28E12FD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设计思路分为两步：提取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有效机制，再引入新方法补足短板。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BC18F2-8D9F-662F-166B-DF16185D6C0B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A8539C-4A44-684E-F36C-5F989F06FDDC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多模型互补：专家各取所长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985DF02-8F18-6BA2-F643-AAA35116C276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E384DB-B464-75EB-8DF7-0C815F3BD41E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5D4D13-BC79-979B-31FC-DA168E49BD52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能力描述符：多专家路由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268A03-F51D-44F9-DE8C-80F81059AA01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本课题的架构由这些机制组合自然推出，并通过实验检验各模块作用。</a:t>
            </a:r>
          </a:p>
        </p:txBody>
      </p:sp>
    </p:spTree>
    <p:extLst>
      <p:ext uri="{BB962C8B-B14F-4D97-AF65-F5344CB8AC3E}">
        <p14:creationId xmlns:p14="http://schemas.microsoft.com/office/powerpoint/2010/main" val="2750458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59D64F-9FD4-21C5-C827-B8E76E2EDC5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A5868B-BA4A-256B-6B4F-46D5210613C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课题包含新架构设计和聚合管理平台两条主线，二者服务于同一组实验目标。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7722A0-CFB0-CC93-CC92-BE6070016DF0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B3F782-6C9A-4B1F-3FD0-4F4585D63EB7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多专家编排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C0DFE95-4E9F-79F5-838B-5B9C0AB92023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F8F5C3-5F8A-D10B-417C-32527832EA6A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A2B1BF-81CC-AB8A-E465-F9A55912B1CD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5572A9-82F0-D7E9-61BB-AF9A63A762AC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平台提供统一实验条件；新架构完成后可作为新模型接入平台进行同条件比较。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3813120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1B5E64-87C8-7712-A2A7-6D221CB4B1D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54A919-2DAC-5670-4F00-04B13C67629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总体架构以总线为核心，把感知、记忆、动静分离、校验和专家编排串联起来。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F7E778-E854-F53D-CCB8-E47EB405D9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D73AA96-044B-4243-0DB7-C0560EDF6B5F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227468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017509-29AC-D0C7-7FF8-B1E7C6A29BF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17D4DE-F100-68E0-F35E-55F07445228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空间记忆模块把长序列上下文拆成压缩状态、空间锚点和局部滑窗三条路径。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553FF0-B7FB-8623-C02C-4AF4F326775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E6847A8-A6F6-64EC-278E-04F9E85EDEBD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3601786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B504D7-77BE-26F8-3F58-FB7627D855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72B6F3-DF91-99EA-DD78-512D0FFB2A8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几何校验模块先聚合冲突信号，再按阈值触发重跑或专家切换。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06EFD7-2EA9-24B5-C4FE-4CBF993B11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98A32E7-DEA6-3AE6-028E-31B29DCFD306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校验理念来自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，本课题把它接入架构内部的修复动作。</a:t>
            </a:r>
          </a:p>
        </p:txBody>
      </p:sp>
    </p:spTree>
    <p:extLst>
      <p:ext uri="{BB962C8B-B14F-4D97-AF65-F5344CB8AC3E}">
        <p14:creationId xmlns:p14="http://schemas.microsoft.com/office/powerpoint/2010/main" val="3590483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5D224B-3A3E-9EBE-87D0-B491991679D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567C49-59F2-237A-3C0C-6C7AE8C75CA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多专家编排模块根据输入条件和校验结果在七个模型专家之间切换。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FA8E96-823F-1F6E-4E86-CC69FCFCCD4A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DFB8AE-77EE-6526-4A47-212B4FE4DFB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0640C2-1465-A104-6137-B94A0A361DA8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8FC8C2-741C-8C6A-330F-0752714EAC02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1CCF76-79A7-53C6-719C-A028CB5F7EB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4D89EE-B234-C4EA-6A8D-2C0C4C217489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226CC-B9E3-A9AC-D9CF-7EA7B1DC1896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99BA04-7AED-E51D-CEA0-52E067A88F76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313447D-39D6-9A92-B216-91495D3763D8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FDF7-A327-AFE2-88AB-46E0BADD4E5F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6FCD9AA9-8AC4-3DA2-2AE0-DB1C944CE7A7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A67F79-C25B-FB87-67B0-C4023EAA34E6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8E8598-F07F-5EDF-A18A-018A8335D959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单模型各有优势场景，多专家路由用于提升复杂输入下的适应能力。</a:t>
            </a:r>
          </a:p>
        </p:txBody>
      </p:sp>
    </p:spTree>
    <p:extLst>
      <p:ext uri="{BB962C8B-B14F-4D97-AF65-F5344CB8AC3E}">
        <p14:creationId xmlns:p14="http://schemas.microsoft.com/office/powerpoint/2010/main" val="587209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88C1C2-615E-53AE-CFB6-2716C3608B6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6E08FB-E3F5-2B35-B178-5FAB3215867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C3CE08-F022-889C-C210-D6351C6DCD7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88EE1C-6CB8-B05D-CCE4-08CA0E9AAB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2D267A-70A9-9DE2-F014-037FFD24B989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3100E4-FF44-A99E-5A7A-E94D65BE022B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A29212-1C96-98AE-C802-3216A5B11895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37A083-BB7F-2E4F-6A30-E8B9F7638032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F478D13-2420-0D0A-99BC-B14E1A385C13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83FFDF-2878-56D5-785A-855DC4A74639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264522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11B85E-9277-5CDE-09D7-5802F75B1C3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6C8AF6-C0ED-E984-FACE-E4F843D4556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模型缺少统一的部署、对比和调用基础设施，实验效率和应用落地都受限。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256EF2-E981-23C7-8ED9-40E4CC05E81E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部署成本高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695195-BFEC-3D6F-8D57-EFFF633C0B6A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每个模型各有环境和依赖，部署一次耗时长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DF3D80-F3CC-D8E6-4307-C0195C92E814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对比困难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B98349-5D8C-079A-7375-DB2B411B48AC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输入输出格式不统一，横向比较需手动对齐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BC2946-79CE-4607-798A-C88815962DFE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工具不适用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6CA2D0-3E3C-2E13-3B82-67CBFA9E518B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，商业产品闭源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38DF75-C350-2039-1341-6D5CC38DB7D3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难以调用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614E84-E860-9B35-484E-0C4AD31BCC09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模型能力停留在脚本级，缺少标准接口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6E26C2-E21A-C3FE-43FC-A920756A7AD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统一部署、统一对比、标准化输出与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封装。</a:t>
            </a:r>
          </a:p>
        </p:txBody>
      </p:sp>
    </p:spTree>
    <p:extLst>
      <p:ext uri="{BB962C8B-B14F-4D97-AF65-F5344CB8AC3E}">
        <p14:creationId xmlns:p14="http://schemas.microsoft.com/office/powerpoint/2010/main" val="3843459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30B324-9149-1AAF-A670-1569AEF739C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304DD6-6BC1-EFED-8266-CE345E59F16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平台覆盖从模型部署、实验运行到能力输出的完整链路。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505EB3-05A7-7DBA-AF15-E6FC17D713F4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12D00F-5A5C-F927-A00E-328EF61643FC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一键部署
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FD30CE-EF8A-2095-E82D-666E18F7E8BB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051394-C02D-CD6B-5EAB-C721E27F0B03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ECA5AE-F039-1740-FAF0-84B8C6AEEEE1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4D1435-72C8-1F4B-F2A3-8FDEF64584B3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4267F9-1BE8-5E23-E2CA-07FC289DFAA2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8FECD-BB3D-9354-AD57-B95A9626939E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标准接口
新模型快速上线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AA9855-710F-0770-BC5F-365C7F2A1063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能力输出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04B530-697A-ACB0-D863-DD0C1EEB274C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统一格式导出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封装调用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3003AA-BA59-8452-EC02-CF4051765DC1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部署→实验→对比→输出，覆盖研究到应用的完整路径。</a:t>
            </a:r>
          </a:p>
        </p:txBody>
      </p:sp>
    </p:spTree>
    <p:extLst>
      <p:ext uri="{BB962C8B-B14F-4D97-AF65-F5344CB8AC3E}">
        <p14:creationId xmlns:p14="http://schemas.microsoft.com/office/powerpoint/2010/main" val="3662721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BD5DB0-F19E-B9BC-984E-52DE3C2EAF6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259DEA-0BE6-583F-F6CE-2EF49F8AA40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08719E-188E-966D-03F7-E2E9C5EFD4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76" y="1841500"/>
            <a:ext cx="6431248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D6B0ABB-692B-7512-8A5D-1FCA3EBD1300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执行器封装模型差异，平台层统一提交和归集，顶层预留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导出接口。</a:t>
            </a:r>
          </a:p>
        </p:txBody>
      </p:sp>
    </p:spTree>
    <p:extLst>
      <p:ext uri="{BB962C8B-B14F-4D97-AF65-F5344CB8AC3E}">
        <p14:creationId xmlns:p14="http://schemas.microsoft.com/office/powerpoint/2010/main" val="1817417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587F26-8078-3962-7DFA-87B93F69B8C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A6FA91-6FC4-01BF-FB0F-0F49913F41C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个模型端到端验证通过，统一输入下的推理耗时差异明显。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8EAD92-2AC1-26D6-33B8-C556B3F4EAA7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0D56D3-9E48-D0B5-C439-68BA1BFC57C1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D6DA11-5256-0FE9-1F95-B57C26B001AA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7B42EB-6564-DFE9-7D8D-903C49086008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B05135-7CEB-4C42-F327-68C34D6E3591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5685275-54CC-3C77-13AE-88A7C48726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AD4E6BB-A1F8-EE5D-CEFA-B4FDEC6EC0B1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统一输入为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1920×1080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；耗时差异体现统一调度与记录的必要性。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165552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4F18B5-9D27-B553-CB58-C2842E94EAB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FA3F7B-4062-BF3C-2D7A-0EB967C89C9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平台从辅助实验到快速部署，再到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化服务下游应用。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0021BC-195E-393B-EA15-0FA0D5E7E24A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BD5EDC-C74D-56B4-6E87-C5419AB7D630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辅助实验：完善对比视图，支撑消融和对照实验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32861E-7A0C-7F4B-150F-0BC8098EEDA9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A5FAA4-98C0-F8FF-0B9B-6ED6CD786C11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快速部署：新模型一键接入、即时对比，结果可导出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F7ED32-2B54-4303-36C6-8A4640391060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DD224B-3311-789E-6F47-EEDC989C0CB4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服务：封装模型能力，供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/ AR /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机器人调用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CB7844-038C-0C9E-1473-A6A5B93DF0A0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BD6047-AAA2-AB48-F9A9-ABE40D58596D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 → 模型评估 → 下游应用集成</a:t>
            </a:r>
          </a:p>
        </p:txBody>
      </p:sp>
    </p:spTree>
    <p:extLst>
      <p:ext uri="{BB962C8B-B14F-4D97-AF65-F5344CB8AC3E}">
        <p14:creationId xmlns:p14="http://schemas.microsoft.com/office/powerpoint/2010/main" val="1123249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F00F62-4254-5EB6-246C-0AEC5FCFDE6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A7FDAC-B31C-F7AA-1187-9F68D12A42D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平台支撑架构验证，验证通过的模型能力可进一步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B9F343-4AB5-8E81-D493-E1FACAA9C852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8B839B-AA47-EFAD-3097-A83D1112809D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633BD9E-5739-EEA7-C1DE-28C698D8DD77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DF3B85-0CC3-4A00-6393-21165F81CDFE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852C1B-0BB2-6F65-489A-F6B4908B27A8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97FB5D-85A7-1CB2-74FD-9BD46ED721F9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平台支撑验证，验证通过的架构可直接封装为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对外输出。</a:t>
            </a:r>
          </a:p>
        </p:txBody>
      </p:sp>
    </p:spTree>
    <p:extLst>
      <p:ext uri="{BB962C8B-B14F-4D97-AF65-F5344CB8AC3E}">
        <p14:creationId xmlns:p14="http://schemas.microsoft.com/office/powerpoint/2010/main" val="2669074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2A01CB-D630-8808-3781-C8002D538DE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705879-951D-8EE0-FF5D-2E9B7EAC43B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实验设计分为架构有效性验证和平台支撑能力验证两部分。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6D30F7-7982-563C-F42B-33D172D746CC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94E6DA-2E2F-73C5-A661-989CD2F0BE6D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专家对照：单模型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436575-26F7-E95E-DFAE-84AF739AC039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28746B-E648-0FBA-3539-72C917B1B5A2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7700CD-0D71-D620-F498-08436BA8F84E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3119936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FCBCCA-74C5-5223-7FE0-3DA8565ED5C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C291ED-B063-90FC-821A-E0E568DAFE2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创新点围绕几何校验、多专家编排、长序列记忆和聚合平台展开。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AD26BA-3307-1612-35A8-23F06A7D907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463EFD-8798-0415-AA01-178296F4C1F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854914-D0CB-7135-0175-54DA2EE70E78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7873A4-7E6F-F931-8A94-45224CE793E7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D50115-FA6D-2525-FDBA-D4E6FD666089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56CC23-D3D9-7FCA-A667-0E8656070DE6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37B532-EC3A-7AC0-4C98-E8831B1B2905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1411C7-5F7A-B239-8F90-02C032F091E8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1E2DBA-64D5-4CC6-EABB-1DAC3097C009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各创新点均需通过后续消融和对比实验支撑。</a:t>
            </a:r>
          </a:p>
        </p:txBody>
      </p:sp>
    </p:spTree>
    <p:extLst>
      <p:ext uri="{BB962C8B-B14F-4D97-AF65-F5344CB8AC3E}">
        <p14:creationId xmlns:p14="http://schemas.microsoft.com/office/powerpoint/2010/main" val="2304058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1DFDCB-F862-A646-F893-57EEF1C5384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EA1EC6-F28D-70EA-59F9-119B0AF5306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5A5275-D112-B5DE-92E2-E1C4495458D6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A7731B-BF80-A038-810B-2B36EAE55F28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45E910-F1B5-358C-9023-7322D0433B42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9245F2-DC5D-B8DD-5FE7-B472DED76E32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E342F1-F114-99FE-5267-E72BC75F4FFD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259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D6D29B-3B8A-3908-6738-2B4375A1F40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060FF4-D442-B2B4-6078-4515BDED8C3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5D4550-7A3C-E2D9-0778-04D5BC10A485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97A23A-9F93-E801-D7E2-CB904E90CFF3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C2341B-0F71-D23C-F60D-4EE47EC3BCA9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AAE38C-DFBB-B255-08F6-324F590E083D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7CF310-0983-297A-ECEE-613FB038E748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0066A2-5FCD-B276-BB1B-A6746F0F9C6B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271F58-73C1-C252-C727-C5B45E79170B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22025C-024A-A35E-B902-6B1C3CBA4B9B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91F514-F3B1-2A93-D989-987D2B2C205F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D30D2F-60EB-0E3F-D168-AD91FFF42366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07CDE7-DB14-FC12-B22C-B7F5AB67EF81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463827-3331-459C-DC55-B60DF75B9076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D48F0F-8812-6BF9-B565-24A5BCA14797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A8E529B-0BD5-5D35-E184-6D2F37D355BA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63759D-1401-B3E5-B30E-4BA07ED3B78A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C78B8E-AD2B-606E-A330-3B27EEBBFD7B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133E37-FD9A-A137-5EA7-DFF4F458E488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47173B-DA38-413A-E4CC-61C4D14BAA07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FBF9EE-885E-5B68-96E2-1CB60AF1A6D2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6D2BFA-0732-833C-FA47-1EA410F3B00A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8267E34-F2E0-6C3D-1287-7259EA22EECC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E3D5C0E-241E-F94F-8D04-17B35527A2E9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9FA622-F13E-030E-3A65-3757BE38AF71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17F3E8-A8FF-893F-5053-7E699C13CFA5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160D0D-9CD7-0ACA-F017-6DA6226461B7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CC01C9-BDF8-247F-0867-3D1360A937E8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19A57D5-A828-B4DD-540D-7CAE666BAFF8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81385F-F2FE-57DD-BCC9-0871347C6354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AF5C17F-E413-6B04-B1AB-D5DEFE759B0C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E35EF40-25EC-5014-1A31-4B5FD3C61F7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6287B9EF-0594-1990-3630-2407DD9AB066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737FE3A-7896-A4B7-7C41-3F316F5E88E3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长序列与多专家评测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D575120-B38B-3D0F-2B55-2F706A20940B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DF0AAED-F3D6-DE4B-A7B0-474F6F332B34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9273A29-3620-0FE8-3A5B-FF7FED664343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794C548-DBF9-DA3D-5609-440311464930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70A0535-A2BA-7EE3-848A-7609FE4E1A41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25BB2C0-7C87-5E66-0458-67D5BD7E796C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ECF1091-C049-C88E-EAE3-844D9A7F256A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2C68342-3FF0-02EB-C18E-BF584222EC43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62530A0-6023-D973-C9C9-AE1B231FAD79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86C7D18-3945-B0ED-FBBC-93E6F921DD36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939D090-8306-FA7D-F544-2693ADAAC278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33BEFB9-2CE8-ACD7-8A06-F5D6C183B0A0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12F3F25-8CA7-BF94-73FB-6F504744598B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7425D59-4449-707E-8AD0-E7E9D885A5BD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FFDAA58-02F1-3F6E-CC98-DE3AF5A7BEF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80A1B68-1A04-11BE-ECD4-D86D5AE933CC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690EE98-8375-5588-F0A2-0F857AB98DDF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FD3E41C-9F3C-5F56-481A-EADF4D9431E1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2701D3BD-BA21-1395-D8D0-A74353E18E1E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17B9ED0-A666-21B3-5947-953EFDDA290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B76C686-5047-1708-73CF-CFBEB89843AF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759324B-B1AF-5143-FFAF-DAF2336847D6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992BC61-612B-7FE3-355C-C5DE377629EE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52CCEBF-ACD3-7828-3ECA-34C836A8C08A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C2EB6AA-E732-E3BF-51FC-EFDC83693FE1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004BA8D-272C-23F0-9BF6-0B53F009882A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E7FB237-40D2-6A1A-F094-CBC78CECCFF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6D8C5C8-49D0-E643-46C9-D866ED87BD9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B9B2BA53-2DCE-E6A7-2EC6-5C2FC15F4048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5FC3E8E-EBA6-68B8-6D2A-7B6B330E2337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4070511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B496E2-7C98-BE12-4839-1420B0006FD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709634-2BD3-C2C7-6008-BB53D304ABF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主要风险来自训练质量、算力约束、多专家效果和校验标定复杂度。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CDF178-948C-04FD-B53C-3F8F47052027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5F6439-8089-FFCC-E218-1002D8A14857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7E8E53-6223-7860-7C70-E3C98A90914E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8C226C-31CB-B68C-2F5E-A0CB8B7B1278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05475D-F9C5-C180-B02C-B7C6F4A2E38E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6A5543-DF14-2365-EBDC-EB4C5443036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160EB9-F745-0726-65EC-A600471DB87D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0C4139-85CF-4650-618B-9969358BF928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19970E-A66E-B6CB-58F8-AB30FC105B9F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2861583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44E4-044A-F209-D237-D7F21111EE7E}"/>
              </a:ext>
            </a:extLst>
          </p:cNvPr>
          <p:cNvSpPr/>
          <p:nvPr/>
        </p:nvSpPr>
        <p:spPr>
          <a:xfrm>
            <a:off x="1143000" y="2095500"/>
            <a:ext cx="990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898F59-1E50-49BA-5875-018057FDEBC1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模型的优势出发，针对长序列漂移、缺乏校验和单模型局限三个问题，设计融合空间记忆、几何校验和多专家编排的新型架构。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397491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1662</Words>
  <Application>Microsoft Office PowerPoint</Application>
  <PresentationFormat>宽屏</PresentationFormat>
  <Paragraphs>219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2026-05-18T05:34:43Z</dcterms:created>
  <dcterms:modified xsi:type="dcterms:W3CDTF">2026-05-18T05:34:43Z</dcterms:modified>
</cp:coreProperties>
</file>