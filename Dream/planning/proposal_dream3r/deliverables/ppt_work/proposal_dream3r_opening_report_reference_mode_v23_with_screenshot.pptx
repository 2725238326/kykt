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46103" y="4461337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用一次推理替代多步级联，后续工作还沉淀出了四类可复用机制。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四类机制为新架构提供直接参考</a:t>
            </a: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3R 工作中提炼可用机制，再用新方法补上它们没解决的部分。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六项机制 + 四种新方法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架构是研究对象，平台是实验支撑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五个功能模块通过总线联动，输入图像序列后逐帧输出三维点图和校验证据。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长序列不能全靠全局注意力，需要把远程、检索和局部三种记忆分开处理。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几何校验模块先聚合冲突信号，再按阈值触发重跑或模型切换。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Test3R，本课题将其嵌入架构内部，支持在线修复。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/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六个模型各有各的环境和格式，手动对齐效率太低、结果难复现。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复现与平台需求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依赖版本影响复现；需统一调度、格式和对比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统一调度、统一格式、统一对比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从任务提交到结果归档，平台覆盖多模型实验的完整链路。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五项功能覆盖完整实验链路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05740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4360" y="1764792"/>
            <a:ext cx="2560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37960" y="1764792"/>
            <a:ext cx="2560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468E"/>
                </a:solidFill>
                <a:latin typeface="Microsoft YaHei"/>
              </a:rPr>
              <a:t>KYKT Vision 运行界面</a:t>
            </a:r>
          </a:p>
        </p:txBody>
      </p:sp>
      <p:pic>
        <p:nvPicPr>
          <p:cNvPr id="95" name="Picture 94" descr="software_screenshot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57400"/>
            <a:ext cx="5074920" cy="345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短期补齐验证，中期支撑论文，长期对接下游应用。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平台支撑架构验证，架构丰富平台模型池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四个创新点分别回应前面提出的四类问题。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6 个模型接入，4 个端到端验证</a:t>
            </a: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1538</Words>
  <Application>Microsoft Office PowerPoint</Application>
  <PresentationFormat>宽屏</PresentationFormat>
  <Paragraphs>223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3</cp:revision>
  <dcterms:created xsi:type="dcterms:W3CDTF">2026-05-18T03:21:27Z</dcterms:created>
  <dcterms:modified xsi:type="dcterms:W3CDTF">2026-05-18T04:13:16Z</dcterms:modified>
</cp:coreProperties>
</file>